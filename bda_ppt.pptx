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1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2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3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2"/>
  </p:sldMasterIdLst>
  <p:notesMasterIdLst>
    <p:notesMasterId r:id="rId14"/>
  </p:notesMasterIdLst>
  <p:handoutMasterIdLst>
    <p:handoutMasterId r:id="rId15"/>
  </p:handoutMasterIdLst>
  <p:sldIdLst>
    <p:sldId id="266" r:id="rId3"/>
    <p:sldId id="264" r:id="rId4"/>
    <p:sldId id="263" r:id="rId5"/>
    <p:sldId id="288" r:id="rId6"/>
    <p:sldId id="267" r:id="rId7"/>
    <p:sldId id="277" r:id="rId8"/>
    <p:sldId id="284" r:id="rId9"/>
    <p:sldId id="285" r:id="rId10"/>
    <p:sldId id="286" r:id="rId11"/>
    <p:sldId id="287" r:id="rId12"/>
    <p:sldId id="283" r:id="rId13"/>
  </p:sldIdLst>
  <p:sldSz cx="9144000" cy="6858000" type="screen4x3"/>
  <p:notesSz cx="6858000" cy="9144000"/>
  <p:custDataLst>
    <p:tags r:id="rId1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-1506" y="-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6027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986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 7" descr="C:/Users/kingsoft/AppData/Local/Temp/fig2wpp/@svg_Union_#color-2113&amp;609.svg"/>
          <p:cNvSpPr/>
          <p:nvPr userDrawn="1">
            <p:custDataLst>
              <p:tags r:id="rId1"/>
            </p:custDataLst>
          </p:nvPr>
        </p:nvSpPr>
        <p:spPr>
          <a:xfrm>
            <a:off x="0" y="1359108"/>
            <a:ext cx="9141619" cy="2541059"/>
          </a:xfrm>
          <a:custGeom>
            <a:avLst/>
            <a:gdLst>
              <a:gd name="connsiteX0" fmla="*/ 0 w 12188825"/>
              <a:gd name="connsiteY0" fmla="*/ 1005224 h 3388079"/>
              <a:gd name="connsiteX1" fmla="*/ 0 w 12188825"/>
              <a:gd name="connsiteY1" fmla="*/ 982319 h 3388079"/>
              <a:gd name="connsiteX2" fmla="*/ 1314870 w 12188825"/>
              <a:gd name="connsiteY2" fmla="*/ 770839 h 3388079"/>
              <a:gd name="connsiteX3" fmla="*/ 1852041 w 12188825"/>
              <a:gd name="connsiteY3" fmla="*/ 500528 h 3388079"/>
              <a:gd name="connsiteX4" fmla="*/ 1852041 w 12188825"/>
              <a:gd name="connsiteY4" fmla="*/ 500527 h 3388079"/>
              <a:gd name="connsiteX5" fmla="*/ 2932174 w 12188825"/>
              <a:gd name="connsiteY5" fmla="*/ 41239 h 3388079"/>
              <a:gd name="connsiteX6" fmla="*/ 4420455 w 12188825"/>
              <a:gd name="connsiteY6" fmla="*/ 362048 h 3388079"/>
              <a:gd name="connsiteX7" fmla="*/ 5217363 w 12188825"/>
              <a:gd name="connsiteY7" fmla="*/ 956991 h 3388079"/>
              <a:gd name="connsiteX8" fmla="*/ 5217376 w 12188825"/>
              <a:gd name="connsiteY8" fmla="*/ 957001 h 3388079"/>
              <a:gd name="connsiteX9" fmla="*/ 5767346 w 12188825"/>
              <a:gd name="connsiteY9" fmla="*/ 1385173 h 3388079"/>
              <a:gd name="connsiteX10" fmla="*/ 6865381 w 12188825"/>
              <a:gd name="connsiteY10" fmla="*/ 1870804 h 3388079"/>
              <a:gd name="connsiteX11" fmla="*/ 8183247 w 12188825"/>
              <a:gd name="connsiteY11" fmla="*/ 2036508 h 3388079"/>
              <a:gd name="connsiteX12" fmla="*/ 9538860 w 12188825"/>
              <a:gd name="connsiteY12" fmla="*/ 1972065 h 3388079"/>
              <a:gd name="connsiteX13" fmla="*/ 10677499 w 12188825"/>
              <a:gd name="connsiteY13" fmla="*/ 1694960 h 3388079"/>
              <a:gd name="connsiteX14" fmla="*/ 11684183 w 12188825"/>
              <a:gd name="connsiteY14" fmla="*/ 986766 h 3388079"/>
              <a:gd name="connsiteX15" fmla="*/ 12188825 w 12188825"/>
              <a:gd name="connsiteY15" fmla="*/ 155924 h 3388079"/>
              <a:gd name="connsiteX16" fmla="*/ 12188825 w 12188825"/>
              <a:gd name="connsiteY16" fmla="*/ 195017 h 3388079"/>
              <a:gd name="connsiteX17" fmla="*/ 11868259 w 12188825"/>
              <a:gd name="connsiteY17" fmla="*/ 761239 h 3388079"/>
              <a:gd name="connsiteX18" fmla="*/ 11036093 w 12188825"/>
              <a:gd name="connsiteY18" fmla="*/ 1549752 h 3388079"/>
              <a:gd name="connsiteX19" fmla="*/ 9890533 w 12188825"/>
              <a:gd name="connsiteY19" fmla="*/ 1936549 h 3388079"/>
              <a:gd name="connsiteX20" fmla="*/ 8585263 w 12188825"/>
              <a:gd name="connsiteY20" fmla="*/ 2060909 h 3388079"/>
              <a:gd name="connsiteX21" fmla="*/ 7214883 w 12188825"/>
              <a:gd name="connsiteY21" fmla="*/ 1963025 h 3388079"/>
              <a:gd name="connsiteX22" fmla="*/ 6081995 w 12188825"/>
              <a:gd name="connsiteY22" fmla="*/ 1610086 h 3388079"/>
              <a:gd name="connsiteX23" fmla="*/ 5203791 w 12188825"/>
              <a:gd name="connsiteY23" fmla="*/ 975607 h 3388079"/>
              <a:gd name="connsiteX24" fmla="*/ 5203791 w 12188825"/>
              <a:gd name="connsiteY24" fmla="*/ 975602 h 3388079"/>
              <a:gd name="connsiteX25" fmla="*/ 5203791 w 12188825"/>
              <a:gd name="connsiteY25" fmla="*/ 975597 h 3388079"/>
              <a:gd name="connsiteX26" fmla="*/ 5203778 w 12188825"/>
              <a:gd name="connsiteY26" fmla="*/ 975593 h 3388079"/>
              <a:gd name="connsiteX27" fmla="*/ 4824007 w 12188825"/>
              <a:gd name="connsiteY27" fmla="*/ 669470 h 3388079"/>
              <a:gd name="connsiteX28" fmla="*/ 3322509 w 12188825"/>
              <a:gd name="connsiteY28" fmla="*/ 16490 h 3388079"/>
              <a:gd name="connsiteX29" fmla="*/ 1826800 w 12188825"/>
              <a:gd name="connsiteY29" fmla="*/ 533579 h 3388079"/>
              <a:gd name="connsiteX30" fmla="*/ 17343 w 12188825"/>
              <a:gd name="connsiteY30" fmla="*/ 1009413 h 3388079"/>
              <a:gd name="connsiteX31" fmla="*/ 0 w 12188825"/>
              <a:gd name="connsiteY31" fmla="*/ 1005224 h 3388079"/>
              <a:gd name="connsiteX32" fmla="*/ 0 w 12188825"/>
              <a:gd name="connsiteY32" fmla="*/ 1163985 h 3388079"/>
              <a:gd name="connsiteX33" fmla="*/ 0 w 12188825"/>
              <a:gd name="connsiteY33" fmla="*/ 1142920 h 3388079"/>
              <a:gd name="connsiteX34" fmla="*/ 1298859 w 12188825"/>
              <a:gd name="connsiteY34" fmla="*/ 962935 h 3388079"/>
              <a:gd name="connsiteX35" fmla="*/ 1760295 w 12188825"/>
              <a:gd name="connsiteY35" fmla="*/ 787195 h 3388079"/>
              <a:gd name="connsiteX36" fmla="*/ 2957809 w 12188825"/>
              <a:gd name="connsiteY36" fmla="*/ 431306 h 3388079"/>
              <a:gd name="connsiteX37" fmla="*/ 4572752 w 12188825"/>
              <a:gd name="connsiteY37" fmla="*/ 709094 h 3388079"/>
              <a:gd name="connsiteX38" fmla="*/ 5301149 w 12188825"/>
              <a:gd name="connsiteY38" fmla="*/ 1101053 h 3388079"/>
              <a:gd name="connsiteX39" fmla="*/ 5729637 w 12188825"/>
              <a:gd name="connsiteY39" fmla="*/ 1410131 h 3388079"/>
              <a:gd name="connsiteX40" fmla="*/ 5729649 w 12188825"/>
              <a:gd name="connsiteY40" fmla="*/ 1410144 h 3388079"/>
              <a:gd name="connsiteX41" fmla="*/ 5729662 w 12188825"/>
              <a:gd name="connsiteY41" fmla="*/ 1410144 h 3388079"/>
              <a:gd name="connsiteX42" fmla="*/ 6052755 w 12188825"/>
              <a:gd name="connsiteY42" fmla="*/ 1647611 h 3388079"/>
              <a:gd name="connsiteX43" fmla="*/ 7110669 w 12188825"/>
              <a:gd name="connsiteY43" fmla="*/ 2084818 h 3388079"/>
              <a:gd name="connsiteX44" fmla="*/ 8377519 w 12188825"/>
              <a:gd name="connsiteY44" fmla="*/ 2229129 h 3388079"/>
              <a:gd name="connsiteX45" fmla="*/ 9657790 w 12188825"/>
              <a:gd name="connsiteY45" fmla="*/ 2137718 h 3388079"/>
              <a:gd name="connsiteX46" fmla="*/ 10776267 w 12188825"/>
              <a:gd name="connsiteY46" fmla="*/ 1797991 h 3388079"/>
              <a:gd name="connsiteX47" fmla="*/ 11730030 w 12188825"/>
              <a:gd name="connsiteY47" fmla="*/ 1040117 h 3388079"/>
              <a:gd name="connsiteX48" fmla="*/ 12188825 w 12188825"/>
              <a:gd name="connsiteY48" fmla="*/ 293936 h 3388079"/>
              <a:gd name="connsiteX49" fmla="*/ 12188825 w 12188825"/>
              <a:gd name="connsiteY49" fmla="*/ 331738 h 3388079"/>
              <a:gd name="connsiteX50" fmla="*/ 11910196 w 12188825"/>
              <a:gd name="connsiteY50" fmla="*/ 817784 h 3388079"/>
              <a:gd name="connsiteX51" fmla="*/ 11092554 w 12188825"/>
              <a:gd name="connsiteY51" fmla="*/ 1645234 h 3388079"/>
              <a:gd name="connsiteX52" fmla="*/ 8764235 w 12188825"/>
              <a:gd name="connsiteY52" fmla="*/ 2246868 h 3388079"/>
              <a:gd name="connsiteX53" fmla="*/ 7462774 w 12188825"/>
              <a:gd name="connsiteY53" fmla="*/ 2173751 h 3388079"/>
              <a:gd name="connsiteX54" fmla="*/ 6337364 w 12188825"/>
              <a:gd name="connsiteY54" fmla="*/ 1840814 h 3388079"/>
              <a:gd name="connsiteX55" fmla="*/ 5768540 w 12188825"/>
              <a:gd name="connsiteY55" fmla="*/ 1463461 h 3388079"/>
              <a:gd name="connsiteX56" fmla="*/ 4999742 w 12188825"/>
              <a:gd name="connsiteY56" fmla="*/ 940002 h 3388079"/>
              <a:gd name="connsiteX57" fmla="*/ 3370363 w 12188825"/>
              <a:gd name="connsiteY57" fmla="*/ 440825 h 3388079"/>
              <a:gd name="connsiteX58" fmla="*/ 2481848 w 12188825"/>
              <a:gd name="connsiteY58" fmla="*/ 545819 h 3388079"/>
              <a:gd name="connsiteX59" fmla="*/ 1747459 w 12188825"/>
              <a:gd name="connsiteY59" fmla="*/ 811509 h 3388079"/>
              <a:gd name="connsiteX60" fmla="*/ 1747459 w 12188825"/>
              <a:gd name="connsiteY60" fmla="*/ 811509 h 3388079"/>
              <a:gd name="connsiteX61" fmla="*/ 1611375 w 12188825"/>
              <a:gd name="connsiteY61" fmla="*/ 865857 h 3388079"/>
              <a:gd name="connsiteX62" fmla="*/ 35443 w 12188825"/>
              <a:gd name="connsiteY62" fmla="*/ 1169900 h 3388079"/>
              <a:gd name="connsiteX63" fmla="*/ 0 w 12188825"/>
              <a:gd name="connsiteY63" fmla="*/ 1163985 h 3388079"/>
              <a:gd name="connsiteX64" fmla="*/ 0 w 12188825"/>
              <a:gd name="connsiteY64" fmla="*/ 1329328 h 3388079"/>
              <a:gd name="connsiteX65" fmla="*/ 0 w 12188825"/>
              <a:gd name="connsiteY65" fmla="*/ 1309376 h 3388079"/>
              <a:gd name="connsiteX66" fmla="*/ 1304839 w 12188825"/>
              <a:gd name="connsiteY66" fmla="*/ 1134366 h 3388079"/>
              <a:gd name="connsiteX67" fmla="*/ 1608112 w 12188825"/>
              <a:gd name="connsiteY67" fmla="*/ 1047457 h 3388079"/>
              <a:gd name="connsiteX68" fmla="*/ 1608125 w 12188825"/>
              <a:gd name="connsiteY68" fmla="*/ 1047450 h 3388079"/>
              <a:gd name="connsiteX69" fmla="*/ 1608138 w 12188825"/>
              <a:gd name="connsiteY69" fmla="*/ 1047449 h 3388079"/>
              <a:gd name="connsiteX70" fmla="*/ 2915935 w 12188825"/>
              <a:gd name="connsiteY70" fmla="*/ 798445 h 3388079"/>
              <a:gd name="connsiteX71" fmla="*/ 3759694 w 12188825"/>
              <a:gd name="connsiteY71" fmla="*/ 890075 h 3388079"/>
              <a:gd name="connsiteX72" fmla="*/ 4122908 w 12188825"/>
              <a:gd name="connsiteY72" fmla="*/ 945622 h 3388079"/>
              <a:gd name="connsiteX73" fmla="*/ 4122921 w 12188825"/>
              <a:gd name="connsiteY73" fmla="*/ 945625 h 3388079"/>
              <a:gd name="connsiteX74" fmla="*/ 4122934 w 12188825"/>
              <a:gd name="connsiteY74" fmla="*/ 945626 h 3388079"/>
              <a:gd name="connsiteX75" fmla="*/ 4122947 w 12188825"/>
              <a:gd name="connsiteY75" fmla="*/ 945627 h 3388079"/>
              <a:gd name="connsiteX76" fmla="*/ 4122947 w 12188825"/>
              <a:gd name="connsiteY76" fmla="*/ 945628 h 3388079"/>
              <a:gd name="connsiteX77" fmla="*/ 4122959 w 12188825"/>
              <a:gd name="connsiteY77" fmla="*/ 945630 h 3388079"/>
              <a:gd name="connsiteX78" fmla="*/ 4122972 w 12188825"/>
              <a:gd name="connsiteY78" fmla="*/ 945631 h 3388079"/>
              <a:gd name="connsiteX79" fmla="*/ 4122985 w 12188825"/>
              <a:gd name="connsiteY79" fmla="*/ 945634 h 3388079"/>
              <a:gd name="connsiteX80" fmla="*/ 4548172 w 12188825"/>
              <a:gd name="connsiteY80" fmla="*/ 1011789 h 3388079"/>
              <a:gd name="connsiteX81" fmla="*/ 5272137 w 12188825"/>
              <a:gd name="connsiteY81" fmla="*/ 1214708 h 3388079"/>
              <a:gd name="connsiteX82" fmla="*/ 5980600 w 12188825"/>
              <a:gd name="connsiteY82" fmla="*/ 1649368 h 3388079"/>
              <a:gd name="connsiteX83" fmla="*/ 5994071 w 12188825"/>
              <a:gd name="connsiteY83" fmla="*/ 1659433 h 3388079"/>
              <a:gd name="connsiteX84" fmla="*/ 6002527 w 12188825"/>
              <a:gd name="connsiteY84" fmla="*/ 1665742 h 3388079"/>
              <a:gd name="connsiteX85" fmla="*/ 6002540 w 12188825"/>
              <a:gd name="connsiteY85" fmla="*/ 1665754 h 3388079"/>
              <a:gd name="connsiteX86" fmla="*/ 6551735 w 12188825"/>
              <a:gd name="connsiteY86" fmla="*/ 2027594 h 3388079"/>
              <a:gd name="connsiteX87" fmla="*/ 7083295 w 12188825"/>
              <a:gd name="connsiteY87" fmla="*/ 2230217 h 3388079"/>
              <a:gd name="connsiteX88" fmla="*/ 8340293 w 12188825"/>
              <a:gd name="connsiteY88" fmla="*/ 2416225 h 3388079"/>
              <a:gd name="connsiteX89" fmla="*/ 10752816 w 12188825"/>
              <a:gd name="connsiteY89" fmla="*/ 1950976 h 3388079"/>
              <a:gd name="connsiteX90" fmla="*/ 11733534 w 12188825"/>
              <a:gd name="connsiteY90" fmla="*/ 1147769 h 3388079"/>
              <a:gd name="connsiteX91" fmla="*/ 12188825 w 12188825"/>
              <a:gd name="connsiteY91" fmla="*/ 432683 h 3388079"/>
              <a:gd name="connsiteX92" fmla="*/ 12188825 w 12188825"/>
              <a:gd name="connsiteY92" fmla="*/ 469805 h 3388079"/>
              <a:gd name="connsiteX93" fmla="*/ 11946064 w 12188825"/>
              <a:gd name="connsiteY93" fmla="*/ 885015 h 3388079"/>
              <a:gd name="connsiteX94" fmla="*/ 11083628 w 12188825"/>
              <a:gd name="connsiteY94" fmla="*/ 1775625 h 3388079"/>
              <a:gd name="connsiteX95" fmla="*/ 8760959 w 12188825"/>
              <a:gd name="connsiteY95" fmla="*/ 2437100 h 3388079"/>
              <a:gd name="connsiteX96" fmla="*/ 7457492 w 12188825"/>
              <a:gd name="connsiteY96" fmla="*/ 2340896 h 3388079"/>
              <a:gd name="connsiteX97" fmla="*/ 6370655 w 12188825"/>
              <a:gd name="connsiteY97" fmla="*/ 1950963 h 3388079"/>
              <a:gd name="connsiteX98" fmla="*/ 5988573 w 12188825"/>
              <a:gd name="connsiteY98" fmla="*/ 1681584 h 3388079"/>
              <a:gd name="connsiteX99" fmla="*/ 5988573 w 12188825"/>
              <a:gd name="connsiteY99" fmla="*/ 1681584 h 3388079"/>
              <a:gd name="connsiteX100" fmla="*/ 5988573 w 12188825"/>
              <a:gd name="connsiteY100" fmla="*/ 1681584 h 3388079"/>
              <a:gd name="connsiteX101" fmla="*/ 5735172 w 12188825"/>
              <a:gd name="connsiteY101" fmla="*/ 1495828 h 3388079"/>
              <a:gd name="connsiteX102" fmla="*/ 4966172 w 12188825"/>
              <a:gd name="connsiteY102" fmla="*/ 1127358 h 3388079"/>
              <a:gd name="connsiteX103" fmla="*/ 4222031 w 12188825"/>
              <a:gd name="connsiteY103" fmla="*/ 981730 h 3388079"/>
              <a:gd name="connsiteX104" fmla="*/ 4198606 w 12188825"/>
              <a:gd name="connsiteY104" fmla="*/ 978327 h 3388079"/>
              <a:gd name="connsiteX105" fmla="*/ 4179358 w 12188825"/>
              <a:gd name="connsiteY105" fmla="*/ 975526 h 3388079"/>
              <a:gd name="connsiteX106" fmla="*/ 3848990 w 12188825"/>
              <a:gd name="connsiteY106" fmla="*/ 923432 h 3388079"/>
              <a:gd name="connsiteX107" fmla="*/ 3347623 w 12188825"/>
              <a:gd name="connsiteY107" fmla="*/ 848614 h 3388079"/>
              <a:gd name="connsiteX108" fmla="*/ 2491929 w 12188825"/>
              <a:gd name="connsiteY108" fmla="*/ 848922 h 3388079"/>
              <a:gd name="connsiteX109" fmla="*/ 1633518 w 12188825"/>
              <a:gd name="connsiteY109" fmla="*/ 1060696 h 3388079"/>
              <a:gd name="connsiteX110" fmla="*/ 60847 w 12188825"/>
              <a:gd name="connsiteY110" fmla="*/ 1334385 h 3388079"/>
              <a:gd name="connsiteX111" fmla="*/ 0 w 12188825"/>
              <a:gd name="connsiteY111" fmla="*/ 1329328 h 3388079"/>
              <a:gd name="connsiteX112" fmla="*/ 0 w 12188825"/>
              <a:gd name="connsiteY112" fmla="*/ 1503123 h 3388079"/>
              <a:gd name="connsiteX113" fmla="*/ 0 w 12188825"/>
              <a:gd name="connsiteY113" fmla="*/ 1482388 h 3388079"/>
              <a:gd name="connsiteX114" fmla="*/ 1274024 w 12188825"/>
              <a:gd name="connsiteY114" fmla="*/ 1306481 h 3388079"/>
              <a:gd name="connsiteX115" fmla="*/ 1274024 w 12188825"/>
              <a:gd name="connsiteY115" fmla="*/ 1306481 h 3388079"/>
              <a:gd name="connsiteX116" fmla="*/ 1290479 w 12188825"/>
              <a:gd name="connsiteY116" fmla="*/ 1302928 h 3388079"/>
              <a:gd name="connsiteX117" fmla="*/ 1437456 w 12188825"/>
              <a:gd name="connsiteY117" fmla="*/ 1270839 h 3388079"/>
              <a:gd name="connsiteX118" fmla="*/ 2862939 w 12188825"/>
              <a:gd name="connsiteY118" fmla="*/ 1122716 h 3388079"/>
              <a:gd name="connsiteX119" fmla="*/ 3431015 w 12188825"/>
              <a:gd name="connsiteY119" fmla="*/ 1235750 h 3388079"/>
              <a:gd name="connsiteX120" fmla="*/ 3646630 w 12188825"/>
              <a:gd name="connsiteY120" fmla="*/ 1285101 h 3388079"/>
              <a:gd name="connsiteX121" fmla="*/ 4451639 w 12188825"/>
              <a:gd name="connsiteY121" fmla="*/ 1374641 h 3388079"/>
              <a:gd name="connsiteX122" fmla="*/ 4617813 w 12188825"/>
              <a:gd name="connsiteY122" fmla="*/ 1373731 h 3388079"/>
              <a:gd name="connsiteX123" fmla="*/ 4617838 w 12188825"/>
              <a:gd name="connsiteY123" fmla="*/ 1373731 h 3388079"/>
              <a:gd name="connsiteX124" fmla="*/ 4617851 w 12188825"/>
              <a:gd name="connsiteY124" fmla="*/ 1373731 h 3388079"/>
              <a:gd name="connsiteX125" fmla="*/ 5201581 w 12188825"/>
              <a:gd name="connsiteY125" fmla="*/ 1396957 h 3388079"/>
              <a:gd name="connsiteX126" fmla="*/ 5909054 w 12188825"/>
              <a:gd name="connsiteY126" fmla="*/ 1660558 h 3388079"/>
              <a:gd name="connsiteX127" fmla="*/ 6223614 w 12188825"/>
              <a:gd name="connsiteY127" fmla="*/ 1885420 h 3388079"/>
              <a:gd name="connsiteX128" fmla="*/ 6223627 w 12188825"/>
              <a:gd name="connsiteY128" fmla="*/ 1885420 h 3388079"/>
              <a:gd name="connsiteX129" fmla="*/ 6223627 w 12188825"/>
              <a:gd name="connsiteY129" fmla="*/ 1885420 h 3388079"/>
              <a:gd name="connsiteX130" fmla="*/ 6543876 w 12188825"/>
              <a:gd name="connsiteY130" fmla="*/ 2113898 h 3388079"/>
              <a:gd name="connsiteX131" fmla="*/ 7047426 w 12188825"/>
              <a:gd name="connsiteY131" fmla="*/ 2358319 h 3388079"/>
              <a:gd name="connsiteX132" fmla="*/ 8290344 w 12188825"/>
              <a:gd name="connsiteY132" fmla="*/ 2600654 h 3388079"/>
              <a:gd name="connsiteX133" fmla="*/ 10714384 w 12188825"/>
              <a:gd name="connsiteY133" fmla="*/ 2110851 h 3388079"/>
              <a:gd name="connsiteX134" fmla="*/ 11743336 w 12188825"/>
              <a:gd name="connsiteY134" fmla="*/ 1247868 h 3388079"/>
              <a:gd name="connsiteX135" fmla="*/ 12188825 w 12188825"/>
              <a:gd name="connsiteY135" fmla="*/ 571097 h 3388079"/>
              <a:gd name="connsiteX136" fmla="*/ 12188825 w 12188825"/>
              <a:gd name="connsiteY136" fmla="*/ 606438 h 3388079"/>
              <a:gd name="connsiteX137" fmla="*/ 11968588 w 12188825"/>
              <a:gd name="connsiteY137" fmla="*/ 972822 h 3388079"/>
              <a:gd name="connsiteX138" fmla="*/ 11063733 w 12188825"/>
              <a:gd name="connsiteY138" fmla="*/ 1911806 h 3388079"/>
              <a:gd name="connsiteX139" fmla="*/ 8718616 w 12188825"/>
              <a:gd name="connsiteY139" fmla="*/ 2629026 h 3388079"/>
              <a:gd name="connsiteX140" fmla="*/ 6370261 w 12188825"/>
              <a:gd name="connsiteY140" fmla="*/ 2017657 h 3388079"/>
              <a:gd name="connsiteX141" fmla="*/ 6246811 w 12188825"/>
              <a:gd name="connsiteY141" fmla="*/ 1925525 h 3388079"/>
              <a:gd name="connsiteX142" fmla="*/ 6246786 w 12188825"/>
              <a:gd name="connsiteY142" fmla="*/ 1925512 h 3388079"/>
              <a:gd name="connsiteX143" fmla="*/ 6246786 w 12188825"/>
              <a:gd name="connsiteY143" fmla="*/ 1925499 h 3388079"/>
              <a:gd name="connsiteX144" fmla="*/ 5663703 w 12188825"/>
              <a:gd name="connsiteY144" fmla="*/ 1549410 h 3388079"/>
              <a:gd name="connsiteX145" fmla="*/ 4893877 w 12188825"/>
              <a:gd name="connsiteY145" fmla="*/ 1395326 h 3388079"/>
              <a:gd name="connsiteX146" fmla="*/ 4605370 w 12188825"/>
              <a:gd name="connsiteY146" fmla="*/ 1394555 h 3388079"/>
              <a:gd name="connsiteX147" fmla="*/ 4605357 w 12188825"/>
              <a:gd name="connsiteY147" fmla="*/ 1394555 h 3388079"/>
              <a:gd name="connsiteX148" fmla="*/ 4605345 w 12188825"/>
              <a:gd name="connsiteY148" fmla="*/ 1394555 h 3388079"/>
              <a:gd name="connsiteX149" fmla="*/ 4605332 w 12188825"/>
              <a:gd name="connsiteY149" fmla="*/ 1394555 h 3388079"/>
              <a:gd name="connsiteX150" fmla="*/ 4605332 w 12188825"/>
              <a:gd name="connsiteY150" fmla="*/ 1394555 h 3388079"/>
              <a:gd name="connsiteX151" fmla="*/ 4605319 w 12188825"/>
              <a:gd name="connsiteY151" fmla="*/ 1394555 h 3388079"/>
              <a:gd name="connsiteX152" fmla="*/ 4605307 w 12188825"/>
              <a:gd name="connsiteY152" fmla="*/ 1394555 h 3388079"/>
              <a:gd name="connsiteX153" fmla="*/ 4114516 w 12188825"/>
              <a:gd name="connsiteY153" fmla="*/ 1383403 h 3388079"/>
              <a:gd name="connsiteX154" fmla="*/ 3439496 w 12188825"/>
              <a:gd name="connsiteY154" fmla="*/ 1259903 h 3388079"/>
              <a:gd name="connsiteX155" fmla="*/ 3439496 w 12188825"/>
              <a:gd name="connsiteY155" fmla="*/ 1259903 h 3388079"/>
              <a:gd name="connsiteX156" fmla="*/ 3287440 w 12188825"/>
              <a:gd name="connsiteY156" fmla="*/ 1224851 h 3388079"/>
              <a:gd name="connsiteX157" fmla="*/ 2500055 w 12188825"/>
              <a:gd name="connsiteY157" fmla="*/ 1127891 h 3388079"/>
              <a:gd name="connsiteX158" fmla="*/ 1644615 w 12188825"/>
              <a:gd name="connsiteY158" fmla="*/ 1248123 h 3388079"/>
              <a:gd name="connsiteX159" fmla="*/ 1373731 w 12188825"/>
              <a:gd name="connsiteY159" fmla="*/ 1306607 h 3388079"/>
              <a:gd name="connsiteX160" fmla="*/ 1373719 w 12188825"/>
              <a:gd name="connsiteY160" fmla="*/ 1306607 h 3388079"/>
              <a:gd name="connsiteX161" fmla="*/ 1373706 w 12188825"/>
              <a:gd name="connsiteY161" fmla="*/ 1306607 h 3388079"/>
              <a:gd name="connsiteX162" fmla="*/ 1373706 w 12188825"/>
              <a:gd name="connsiteY162" fmla="*/ 1306607 h 3388079"/>
              <a:gd name="connsiteX163" fmla="*/ 1373693 w 12188825"/>
              <a:gd name="connsiteY163" fmla="*/ 1306620 h 3388079"/>
              <a:gd name="connsiteX164" fmla="*/ 101997 w 12188825"/>
              <a:gd name="connsiteY164" fmla="*/ 1502428 h 3388079"/>
              <a:gd name="connsiteX165" fmla="*/ 0 w 12188825"/>
              <a:gd name="connsiteY165" fmla="*/ 1503123 h 3388079"/>
              <a:gd name="connsiteX166" fmla="*/ 0 w 12188825"/>
              <a:gd name="connsiteY166" fmla="*/ 1682659 h 3388079"/>
              <a:gd name="connsiteX167" fmla="*/ 0 w 12188825"/>
              <a:gd name="connsiteY167" fmla="*/ 1662189 h 3388079"/>
              <a:gd name="connsiteX168" fmla="*/ 972352 w 12188825"/>
              <a:gd name="connsiteY168" fmla="*/ 1517638 h 3388079"/>
              <a:gd name="connsiteX169" fmla="*/ 972360 w 12188825"/>
              <a:gd name="connsiteY169" fmla="*/ 1517638 h 3388079"/>
              <a:gd name="connsiteX170" fmla="*/ 972380 w 12188825"/>
              <a:gd name="connsiteY170" fmla="*/ 1517638 h 3388079"/>
              <a:gd name="connsiteX171" fmla="*/ 1298884 w 12188825"/>
              <a:gd name="connsiteY171" fmla="*/ 1459238 h 3388079"/>
              <a:gd name="connsiteX172" fmla="*/ 2842815 w 12188825"/>
              <a:gd name="connsiteY172" fmla="*/ 1411471 h 3388079"/>
              <a:gd name="connsiteX173" fmla="*/ 3324312 w 12188825"/>
              <a:gd name="connsiteY173" fmla="*/ 1569513 h 3388079"/>
              <a:gd name="connsiteX174" fmla="*/ 3324324 w 12188825"/>
              <a:gd name="connsiteY174" fmla="*/ 1569513 h 3388079"/>
              <a:gd name="connsiteX175" fmla="*/ 3324350 w 12188825"/>
              <a:gd name="connsiteY175" fmla="*/ 1569526 h 3388079"/>
              <a:gd name="connsiteX176" fmla="*/ 3561384 w 12188825"/>
              <a:gd name="connsiteY176" fmla="*/ 1656057 h 3388079"/>
              <a:gd name="connsiteX177" fmla="*/ 4352185 w 12188825"/>
              <a:gd name="connsiteY177" fmla="*/ 1792883 h 3388079"/>
              <a:gd name="connsiteX178" fmla="*/ 4843992 w 12188825"/>
              <a:gd name="connsiteY178" fmla="*/ 1726670 h 3388079"/>
              <a:gd name="connsiteX179" fmla="*/ 5752021 w 12188825"/>
              <a:gd name="connsiteY179" fmla="*/ 1702079 h 3388079"/>
              <a:gd name="connsiteX180" fmla="*/ 6481179 w 12188825"/>
              <a:gd name="connsiteY180" fmla="*/ 2120245 h 3388079"/>
              <a:gd name="connsiteX181" fmla="*/ 6981455 w 12188825"/>
              <a:gd name="connsiteY181" fmla="*/ 2449136 h 3388079"/>
              <a:gd name="connsiteX182" fmla="*/ 8197963 w 12188825"/>
              <a:gd name="connsiteY182" fmla="*/ 2776460 h 3388079"/>
              <a:gd name="connsiteX183" fmla="*/ 10674148 w 12188825"/>
              <a:gd name="connsiteY183" fmla="*/ 2270953 h 3388079"/>
              <a:gd name="connsiteX184" fmla="*/ 12188825 w 12188825"/>
              <a:gd name="connsiteY184" fmla="*/ 707899 h 3388079"/>
              <a:gd name="connsiteX185" fmla="*/ 12188825 w 12188825"/>
              <a:gd name="connsiteY185" fmla="*/ 734219 h 3388079"/>
              <a:gd name="connsiteX186" fmla="*/ 11025656 w 12188825"/>
              <a:gd name="connsiteY186" fmla="*/ 2060252 h 3388079"/>
              <a:gd name="connsiteX187" fmla="*/ 9889149 w 12188825"/>
              <a:gd name="connsiteY187" fmla="*/ 2644754 h 3388079"/>
              <a:gd name="connsiteX188" fmla="*/ 8632532 w 12188825"/>
              <a:gd name="connsiteY188" fmla="*/ 2819548 h 3388079"/>
              <a:gd name="connsiteX189" fmla="*/ 7377592 w 12188825"/>
              <a:gd name="connsiteY189" fmla="*/ 2630556 h 3388079"/>
              <a:gd name="connsiteX190" fmla="*/ 6820892 w 12188825"/>
              <a:gd name="connsiteY190" fmla="*/ 2386842 h 3388079"/>
              <a:gd name="connsiteX191" fmla="*/ 6441210 w 12188825"/>
              <a:gd name="connsiteY191" fmla="*/ 2123001 h 3388079"/>
              <a:gd name="connsiteX192" fmla="*/ 6441197 w 12188825"/>
              <a:gd name="connsiteY192" fmla="*/ 2122988 h 3388079"/>
              <a:gd name="connsiteX193" fmla="*/ 6441197 w 12188825"/>
              <a:gd name="connsiteY193" fmla="*/ 2122988 h 3388079"/>
              <a:gd name="connsiteX194" fmla="*/ 6235892 w 12188825"/>
              <a:gd name="connsiteY194" fmla="*/ 1971483 h 3388079"/>
              <a:gd name="connsiteX195" fmla="*/ 5481036 w 12188825"/>
              <a:gd name="connsiteY195" fmla="*/ 1679801 h 3388079"/>
              <a:gd name="connsiteX196" fmla="*/ 4852651 w 12188825"/>
              <a:gd name="connsiteY196" fmla="*/ 1745534 h 3388079"/>
              <a:gd name="connsiteX197" fmla="*/ 4852651 w 12188825"/>
              <a:gd name="connsiteY197" fmla="*/ 1745534 h 3388079"/>
              <a:gd name="connsiteX198" fmla="*/ 4751496 w 12188825"/>
              <a:gd name="connsiteY198" fmla="*/ 1763917 h 3388079"/>
              <a:gd name="connsiteX199" fmla="*/ 4020332 w 12188825"/>
              <a:gd name="connsiteY199" fmla="*/ 1797852 h 3388079"/>
              <a:gd name="connsiteX200" fmla="*/ 3308301 w 12188825"/>
              <a:gd name="connsiteY200" fmla="*/ 1586936 h 3388079"/>
              <a:gd name="connsiteX201" fmla="*/ 3308276 w 12188825"/>
              <a:gd name="connsiteY201" fmla="*/ 1586936 h 3388079"/>
              <a:gd name="connsiteX202" fmla="*/ 3290424 w 12188825"/>
              <a:gd name="connsiteY202" fmla="*/ 1580311 h 3388079"/>
              <a:gd name="connsiteX203" fmla="*/ 3271646 w 12188825"/>
              <a:gd name="connsiteY203" fmla="*/ 1573344 h 3388079"/>
              <a:gd name="connsiteX204" fmla="*/ 2486482 w 12188825"/>
              <a:gd name="connsiteY204" fmla="*/ 1380622 h 3388079"/>
              <a:gd name="connsiteX205" fmla="*/ 1655788 w 12188825"/>
              <a:gd name="connsiteY205" fmla="*/ 1424089 h 3388079"/>
              <a:gd name="connsiteX206" fmla="*/ 998293 w 12188825"/>
              <a:gd name="connsiteY206" fmla="*/ 1533922 h 3388079"/>
              <a:gd name="connsiteX207" fmla="*/ 998280 w 12188825"/>
              <a:gd name="connsiteY207" fmla="*/ 1533935 h 3388079"/>
              <a:gd name="connsiteX208" fmla="*/ 998277 w 12188825"/>
              <a:gd name="connsiteY208" fmla="*/ 1533935 h 3388079"/>
              <a:gd name="connsiteX209" fmla="*/ 113653 w 12188825"/>
              <a:gd name="connsiteY209" fmla="*/ 1671823 h 3388079"/>
              <a:gd name="connsiteX210" fmla="*/ 0 w 12188825"/>
              <a:gd name="connsiteY210" fmla="*/ 1682659 h 3388079"/>
              <a:gd name="connsiteX211" fmla="*/ 0 w 12188825"/>
              <a:gd name="connsiteY211" fmla="*/ 1870551 h 3388079"/>
              <a:gd name="connsiteX212" fmla="*/ 0 w 12188825"/>
              <a:gd name="connsiteY212" fmla="*/ 1849829 h 3388079"/>
              <a:gd name="connsiteX213" fmla="*/ 404746 w 12188825"/>
              <a:gd name="connsiteY213" fmla="*/ 1771971 h 3388079"/>
              <a:gd name="connsiteX214" fmla="*/ 404754 w 12188825"/>
              <a:gd name="connsiteY214" fmla="*/ 1771971 h 3388079"/>
              <a:gd name="connsiteX215" fmla="*/ 1323389 w 12188825"/>
              <a:gd name="connsiteY215" fmla="*/ 1610098 h 3388079"/>
              <a:gd name="connsiteX216" fmla="*/ 2813994 w 12188825"/>
              <a:gd name="connsiteY216" fmla="*/ 1666943 h 3388079"/>
              <a:gd name="connsiteX217" fmla="*/ 3367087 w 12188825"/>
              <a:gd name="connsiteY217" fmla="*/ 1917382 h 3388079"/>
              <a:gd name="connsiteX218" fmla="*/ 4285070 w 12188825"/>
              <a:gd name="connsiteY218" fmla="*/ 2228409 h 3388079"/>
              <a:gd name="connsiteX219" fmla="*/ 5015295 w 12188825"/>
              <a:gd name="connsiteY219" fmla="*/ 2060227 h 3388079"/>
              <a:gd name="connsiteX220" fmla="*/ 5015295 w 12188825"/>
              <a:gd name="connsiteY220" fmla="*/ 2060227 h 3388079"/>
              <a:gd name="connsiteX221" fmla="*/ 5605971 w 12188825"/>
              <a:gd name="connsiteY221" fmla="*/ 1899416 h 3388079"/>
              <a:gd name="connsiteX222" fmla="*/ 6237974 w 12188825"/>
              <a:gd name="connsiteY222" fmla="*/ 2025508 h 3388079"/>
              <a:gd name="connsiteX223" fmla="*/ 6646668 w 12188825"/>
              <a:gd name="connsiteY223" fmla="*/ 2306013 h 3388079"/>
              <a:gd name="connsiteX224" fmla="*/ 6646681 w 12188825"/>
              <a:gd name="connsiteY224" fmla="*/ 2306026 h 3388079"/>
              <a:gd name="connsiteX225" fmla="*/ 6860417 w 12188825"/>
              <a:gd name="connsiteY225" fmla="*/ 2464763 h 3388079"/>
              <a:gd name="connsiteX226" fmla="*/ 8061283 w 12188825"/>
              <a:gd name="connsiteY226" fmla="*/ 2935197 h 3388079"/>
              <a:gd name="connsiteX227" fmla="*/ 10597727 w 12188825"/>
              <a:gd name="connsiteY227" fmla="*/ 2454181 h 3388079"/>
              <a:gd name="connsiteX228" fmla="*/ 12188825 w 12188825"/>
              <a:gd name="connsiteY228" fmla="*/ 847281 h 3388079"/>
              <a:gd name="connsiteX229" fmla="*/ 12188825 w 12188825"/>
              <a:gd name="connsiteY229" fmla="*/ 876995 h 3388079"/>
              <a:gd name="connsiteX230" fmla="*/ 10979084 w 12188825"/>
              <a:gd name="connsiteY230" fmla="*/ 2216094 h 3388079"/>
              <a:gd name="connsiteX231" fmla="*/ 9802647 w 12188825"/>
              <a:gd name="connsiteY231" fmla="*/ 2847414 h 3388079"/>
              <a:gd name="connsiteX232" fmla="*/ 8511520 w 12188825"/>
              <a:gd name="connsiteY232" fmla="*/ 3005127 h 3388079"/>
              <a:gd name="connsiteX233" fmla="*/ 7265581 w 12188825"/>
              <a:gd name="connsiteY233" fmla="*/ 2717390 h 3388079"/>
              <a:gd name="connsiteX234" fmla="*/ 6717782 w 12188825"/>
              <a:gd name="connsiteY234" fmla="*/ 2383606 h 3388079"/>
              <a:gd name="connsiteX235" fmla="*/ 6657003 w 12188825"/>
              <a:gd name="connsiteY235" fmla="*/ 2337103 h 3388079"/>
              <a:gd name="connsiteX236" fmla="*/ 6035094 w 12188825"/>
              <a:gd name="connsiteY236" fmla="*/ 1959484 h 3388079"/>
              <a:gd name="connsiteX237" fmla="*/ 5028360 w 12188825"/>
              <a:gd name="connsiteY237" fmla="*/ 2081505 h 3388079"/>
              <a:gd name="connsiteX238" fmla="*/ 4688406 w 12188825"/>
              <a:gd name="connsiteY238" fmla="*/ 2191047 h 3388079"/>
              <a:gd name="connsiteX239" fmla="*/ 3983435 w 12188825"/>
              <a:gd name="connsiteY239" fmla="*/ 2208103 h 3388079"/>
              <a:gd name="connsiteX240" fmla="*/ 3300531 w 12188825"/>
              <a:gd name="connsiteY240" fmla="*/ 1910074 h 3388079"/>
              <a:gd name="connsiteX241" fmla="*/ 3280013 w 12188825"/>
              <a:gd name="connsiteY241" fmla="*/ 1899163 h 3388079"/>
              <a:gd name="connsiteX242" fmla="*/ 3270427 w 12188825"/>
              <a:gd name="connsiteY242" fmla="*/ 1894055 h 3388079"/>
              <a:gd name="connsiteX243" fmla="*/ 2533803 w 12188825"/>
              <a:gd name="connsiteY243" fmla="*/ 1619328 h 3388079"/>
              <a:gd name="connsiteX244" fmla="*/ 1741224 w 12188825"/>
              <a:gd name="connsiteY244" fmla="*/ 1586645 h 3388079"/>
              <a:gd name="connsiteX245" fmla="*/ 394018 w 12188825"/>
              <a:gd name="connsiteY245" fmla="*/ 1794413 h 3388079"/>
              <a:gd name="connsiteX246" fmla="*/ 170421 w 12188825"/>
              <a:gd name="connsiteY246" fmla="*/ 1838222 h 3388079"/>
              <a:gd name="connsiteX247" fmla="*/ 0 w 12188825"/>
              <a:gd name="connsiteY247" fmla="*/ 1870551 h 3388079"/>
              <a:gd name="connsiteX248" fmla="*/ 0 w 12188825"/>
              <a:gd name="connsiteY248" fmla="*/ 2065714 h 3388079"/>
              <a:gd name="connsiteX249" fmla="*/ 0 w 12188825"/>
              <a:gd name="connsiteY249" fmla="*/ 2044890 h 3388079"/>
              <a:gd name="connsiteX250" fmla="*/ 1377337 w 12188825"/>
              <a:gd name="connsiteY250" fmla="*/ 1754056 h 3388079"/>
              <a:gd name="connsiteX251" fmla="*/ 2855969 w 12188825"/>
              <a:gd name="connsiteY251" fmla="*/ 1921592 h 3388079"/>
              <a:gd name="connsiteX252" fmla="*/ 3398498 w 12188825"/>
              <a:gd name="connsiteY252" fmla="*/ 2247020 h 3388079"/>
              <a:gd name="connsiteX253" fmla="*/ 4282595 w 12188825"/>
              <a:gd name="connsiteY253" fmla="*/ 2660937 h 3388079"/>
              <a:gd name="connsiteX254" fmla="*/ 5189443 w 12188825"/>
              <a:gd name="connsiteY254" fmla="*/ 2382493 h 3388079"/>
              <a:gd name="connsiteX255" fmla="*/ 5189443 w 12188825"/>
              <a:gd name="connsiteY255" fmla="*/ 2382480 h 3388079"/>
              <a:gd name="connsiteX256" fmla="*/ 5508943 w 12188825"/>
              <a:gd name="connsiteY256" fmla="*/ 2225741 h 3388079"/>
              <a:gd name="connsiteX257" fmla="*/ 6105840 w 12188825"/>
              <a:gd name="connsiteY257" fmla="*/ 2114720 h 3388079"/>
              <a:gd name="connsiteX258" fmla="*/ 6743213 w 12188825"/>
              <a:gd name="connsiteY258" fmla="*/ 2427845 h 3388079"/>
              <a:gd name="connsiteX259" fmla="*/ 6828015 w 12188825"/>
              <a:gd name="connsiteY259" fmla="*/ 2491959 h 3388079"/>
              <a:gd name="connsiteX260" fmla="*/ 6828015 w 12188825"/>
              <a:gd name="connsiteY260" fmla="*/ 2491972 h 3388079"/>
              <a:gd name="connsiteX261" fmla="*/ 7348160 w 12188825"/>
              <a:gd name="connsiteY261" fmla="*/ 2843583 h 3388079"/>
              <a:gd name="connsiteX262" fmla="*/ 7989102 w 12188825"/>
              <a:gd name="connsiteY262" fmla="*/ 3085716 h 3388079"/>
              <a:gd name="connsiteX263" fmla="*/ 9368065 w 12188825"/>
              <a:gd name="connsiteY263" fmla="*/ 3119575 h 3388079"/>
              <a:gd name="connsiteX264" fmla="*/ 10612848 w 12188825"/>
              <a:gd name="connsiteY264" fmla="*/ 2579008 h 3388079"/>
              <a:gd name="connsiteX265" fmla="*/ 11762915 w 12188825"/>
              <a:gd name="connsiteY265" fmla="*/ 1561042 h 3388079"/>
              <a:gd name="connsiteX266" fmla="*/ 12188825 w 12188825"/>
              <a:gd name="connsiteY266" fmla="*/ 974856 h 3388079"/>
              <a:gd name="connsiteX267" fmla="*/ 12188825 w 12188825"/>
              <a:gd name="connsiteY267" fmla="*/ 1016353 h 3388079"/>
              <a:gd name="connsiteX268" fmla="*/ 11019574 w 12188825"/>
              <a:gd name="connsiteY268" fmla="*/ 2302764 h 3388079"/>
              <a:gd name="connsiteX269" fmla="*/ 9826262 w 12188825"/>
              <a:gd name="connsiteY269" fmla="*/ 3014559 h 3388079"/>
              <a:gd name="connsiteX270" fmla="*/ 8483829 w 12188825"/>
              <a:gd name="connsiteY270" fmla="*/ 3187343 h 3388079"/>
              <a:gd name="connsiteX271" fmla="*/ 7203913 w 12188825"/>
              <a:gd name="connsiteY271" fmla="*/ 2784551 h 3388079"/>
              <a:gd name="connsiteX272" fmla="*/ 6856620 w 12188825"/>
              <a:gd name="connsiteY272" fmla="*/ 2540472 h 3388079"/>
              <a:gd name="connsiteX273" fmla="*/ 6856620 w 12188825"/>
              <a:gd name="connsiteY273" fmla="*/ 2540472 h 3388079"/>
              <a:gd name="connsiteX274" fmla="*/ 5884892 w 12188825"/>
              <a:gd name="connsiteY274" fmla="*/ 2134620 h 3388079"/>
              <a:gd name="connsiteX275" fmla="*/ 5186599 w 12188825"/>
              <a:gd name="connsiteY275" fmla="*/ 2404846 h 3388079"/>
              <a:gd name="connsiteX276" fmla="*/ 5186599 w 12188825"/>
              <a:gd name="connsiteY276" fmla="*/ 2404846 h 3388079"/>
              <a:gd name="connsiteX277" fmla="*/ 4675659 w 12188825"/>
              <a:gd name="connsiteY277" fmla="*/ 2634652 h 3388079"/>
              <a:gd name="connsiteX278" fmla="*/ 4008486 w 12188825"/>
              <a:gd name="connsiteY278" fmla="*/ 2620024 h 3388079"/>
              <a:gd name="connsiteX279" fmla="*/ 3354098 w 12188825"/>
              <a:gd name="connsiteY279" fmla="*/ 2240597 h 3388079"/>
              <a:gd name="connsiteX280" fmla="*/ 3354098 w 12188825"/>
              <a:gd name="connsiteY280" fmla="*/ 2240597 h 3388079"/>
              <a:gd name="connsiteX281" fmla="*/ 3328349 w 12188825"/>
              <a:gd name="connsiteY281" fmla="*/ 2222491 h 3388079"/>
              <a:gd name="connsiteX282" fmla="*/ 2614909 w 12188825"/>
              <a:gd name="connsiteY282" fmla="*/ 1856290 h 3388079"/>
              <a:gd name="connsiteX283" fmla="*/ 1807679 w 12188825"/>
              <a:gd name="connsiteY283" fmla="*/ 1750263 h 3388079"/>
              <a:gd name="connsiteX284" fmla="*/ 201180 w 12188825"/>
              <a:gd name="connsiteY284" fmla="*/ 2008313 h 3388079"/>
              <a:gd name="connsiteX285" fmla="*/ 0 w 12188825"/>
              <a:gd name="connsiteY285" fmla="*/ 2065714 h 3388079"/>
              <a:gd name="connsiteX286" fmla="*/ 0 w 12188825"/>
              <a:gd name="connsiteY286" fmla="*/ 2268260 h 3388079"/>
              <a:gd name="connsiteX287" fmla="*/ 0 w 12188825"/>
              <a:gd name="connsiteY287" fmla="*/ 2247032 h 3388079"/>
              <a:gd name="connsiteX288" fmla="*/ 2663538 w 12188825"/>
              <a:gd name="connsiteY288" fmla="*/ 2055814 h 3388079"/>
              <a:gd name="connsiteX289" fmla="*/ 3264256 w 12188825"/>
              <a:gd name="connsiteY289" fmla="*/ 2406616 h 3388079"/>
              <a:gd name="connsiteX290" fmla="*/ 3447724 w 12188825"/>
              <a:gd name="connsiteY290" fmla="*/ 2564709 h 3388079"/>
              <a:gd name="connsiteX291" fmla="*/ 3447762 w 12188825"/>
              <a:gd name="connsiteY291" fmla="*/ 2564734 h 3388079"/>
              <a:gd name="connsiteX292" fmla="*/ 3447774 w 12188825"/>
              <a:gd name="connsiteY292" fmla="*/ 2564747 h 3388079"/>
              <a:gd name="connsiteX293" fmla="*/ 3919698 w 12188825"/>
              <a:gd name="connsiteY293" fmla="*/ 2934426 h 3388079"/>
              <a:gd name="connsiteX294" fmla="*/ 4640210 w 12188825"/>
              <a:gd name="connsiteY294" fmla="*/ 3076284 h 3388079"/>
              <a:gd name="connsiteX295" fmla="*/ 5239532 w 12188825"/>
              <a:gd name="connsiteY295" fmla="*/ 2772540 h 3388079"/>
              <a:gd name="connsiteX296" fmla="*/ 5321565 w 12188825"/>
              <a:gd name="connsiteY296" fmla="*/ 2716846 h 3388079"/>
              <a:gd name="connsiteX297" fmla="*/ 6409684 w 12188825"/>
              <a:gd name="connsiteY297" fmla="*/ 2336421 h 3388079"/>
              <a:gd name="connsiteX298" fmla="*/ 7054829 w 12188825"/>
              <a:gd name="connsiteY298" fmla="*/ 2716568 h 3388079"/>
              <a:gd name="connsiteX299" fmla="*/ 7074216 w 12188825"/>
              <a:gd name="connsiteY299" fmla="*/ 2731778 h 3388079"/>
              <a:gd name="connsiteX300" fmla="*/ 7755699 w 12188825"/>
              <a:gd name="connsiteY300" fmla="*/ 3150601 h 3388079"/>
              <a:gd name="connsiteX301" fmla="*/ 9254493 w 12188825"/>
              <a:gd name="connsiteY301" fmla="*/ 3330023 h 3388079"/>
              <a:gd name="connsiteX302" fmla="*/ 10608759 w 12188825"/>
              <a:gd name="connsiteY302" fmla="*/ 2711486 h 3388079"/>
              <a:gd name="connsiteX303" fmla="*/ 11780562 w 12188825"/>
              <a:gd name="connsiteY303" fmla="*/ 1651278 h 3388079"/>
              <a:gd name="connsiteX304" fmla="*/ 12188825 w 12188825"/>
              <a:gd name="connsiteY304" fmla="*/ 1104588 h 3388079"/>
              <a:gd name="connsiteX305" fmla="*/ 12188825 w 12188825"/>
              <a:gd name="connsiteY305" fmla="*/ 1133215 h 3388079"/>
              <a:gd name="connsiteX306" fmla="*/ 12106144 w 12188825"/>
              <a:gd name="connsiteY306" fmla="*/ 1257994 h 3388079"/>
              <a:gd name="connsiteX307" fmla="*/ 11012006 w 12188825"/>
              <a:gd name="connsiteY307" fmla="*/ 2425266 h 3388079"/>
              <a:gd name="connsiteX308" fmla="*/ 9764341 w 12188825"/>
              <a:gd name="connsiteY308" fmla="*/ 3212390 h 3388079"/>
              <a:gd name="connsiteX309" fmla="*/ 8288706 w 12188825"/>
              <a:gd name="connsiteY309" fmla="*/ 3337002 h 3388079"/>
              <a:gd name="connsiteX310" fmla="*/ 7588191 w 12188825"/>
              <a:gd name="connsiteY310" fmla="*/ 3093378 h 3388079"/>
              <a:gd name="connsiteX311" fmla="*/ 6979588 w 12188825"/>
              <a:gd name="connsiteY311" fmla="*/ 2681445 h 3388079"/>
              <a:gd name="connsiteX312" fmla="*/ 6978864 w 12188825"/>
              <a:gd name="connsiteY312" fmla="*/ 2680889 h 3388079"/>
              <a:gd name="connsiteX313" fmla="*/ 6934972 w 12188825"/>
              <a:gd name="connsiteY313" fmla="*/ 2647384 h 3388079"/>
              <a:gd name="connsiteX314" fmla="*/ 6187949 w 12188825"/>
              <a:gd name="connsiteY314" fmla="*/ 2334726 h 3388079"/>
              <a:gd name="connsiteX315" fmla="*/ 5562764 w 12188825"/>
              <a:gd name="connsiteY315" fmla="*/ 2578225 h 3388079"/>
              <a:gd name="connsiteX316" fmla="*/ 5348114 w 12188825"/>
              <a:gd name="connsiteY316" fmla="*/ 2721575 h 3388079"/>
              <a:gd name="connsiteX317" fmla="*/ 5348063 w 12188825"/>
              <a:gd name="connsiteY317" fmla="*/ 2721613 h 3388079"/>
              <a:gd name="connsiteX318" fmla="*/ 4391786 w 12188825"/>
              <a:gd name="connsiteY318" fmla="*/ 3119929 h 3388079"/>
              <a:gd name="connsiteX319" fmla="*/ 3473168 w 12188825"/>
              <a:gd name="connsiteY319" fmla="*/ 2607519 h 3388079"/>
              <a:gd name="connsiteX320" fmla="*/ 3093372 w 12188825"/>
              <a:gd name="connsiteY320" fmla="*/ 2301866 h 3388079"/>
              <a:gd name="connsiteX321" fmla="*/ 1687695 w 12188825"/>
              <a:gd name="connsiteY321" fmla="*/ 1907761 h 3388079"/>
              <a:gd name="connsiteX322" fmla="*/ 201907 w 12188825"/>
              <a:gd name="connsiteY322" fmla="*/ 2190478 h 3388079"/>
              <a:gd name="connsiteX323" fmla="*/ 0 w 12188825"/>
              <a:gd name="connsiteY323" fmla="*/ 2268260 h 3388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</a:cxnLst>
            <a:rect l="l" t="t" r="r" b="b"/>
            <a:pathLst>
              <a:path w="12188825" h="3388079">
                <a:moveTo>
                  <a:pt x="0" y="1005224"/>
                </a:moveTo>
                <a:lnTo>
                  <a:pt x="0" y="982319"/>
                </a:lnTo>
                <a:cubicBezTo>
                  <a:pt x="430281" y="1090043"/>
                  <a:pt x="894717" y="959752"/>
                  <a:pt x="1314870" y="770839"/>
                </a:cubicBezTo>
                <a:cubicBezTo>
                  <a:pt x="1495734" y="689526"/>
                  <a:pt x="1673881" y="595031"/>
                  <a:pt x="1852041" y="500528"/>
                </a:cubicBezTo>
                <a:lnTo>
                  <a:pt x="1852041" y="500527"/>
                </a:lnTo>
                <a:cubicBezTo>
                  <a:pt x="2204971" y="313328"/>
                  <a:pt x="2557952" y="126102"/>
                  <a:pt x="2932174" y="41239"/>
                </a:cubicBezTo>
                <a:cubicBezTo>
                  <a:pt x="3456840" y="-77765"/>
                  <a:pt x="3956074" y="70409"/>
                  <a:pt x="4420455" y="362048"/>
                </a:cubicBezTo>
                <a:cubicBezTo>
                  <a:pt x="4694514" y="534165"/>
                  <a:pt x="4955748" y="745426"/>
                  <a:pt x="5217363" y="956991"/>
                </a:cubicBezTo>
                <a:lnTo>
                  <a:pt x="5217376" y="957001"/>
                </a:lnTo>
                <a:cubicBezTo>
                  <a:pt x="5399053" y="1103916"/>
                  <a:pt x="5580895" y="1250974"/>
                  <a:pt x="5767346" y="1385173"/>
                </a:cubicBezTo>
                <a:cubicBezTo>
                  <a:pt x="6110106" y="1631921"/>
                  <a:pt x="6478081" y="1777597"/>
                  <a:pt x="6865381" y="1870804"/>
                </a:cubicBezTo>
                <a:cubicBezTo>
                  <a:pt x="7298402" y="1974935"/>
                  <a:pt x="7740856" y="2021715"/>
                  <a:pt x="8183247" y="2036508"/>
                </a:cubicBezTo>
                <a:cubicBezTo>
                  <a:pt x="8625651" y="2051301"/>
                  <a:pt x="9087632" y="2031703"/>
                  <a:pt x="9538860" y="1972065"/>
                </a:cubicBezTo>
                <a:cubicBezTo>
                  <a:pt x="9922148" y="1921087"/>
                  <a:pt x="10305385" y="1841965"/>
                  <a:pt x="10677499" y="1694960"/>
                </a:cubicBezTo>
                <a:cubicBezTo>
                  <a:pt x="11044218" y="1549992"/>
                  <a:pt x="11399408" y="1339202"/>
                  <a:pt x="11684183" y="986766"/>
                </a:cubicBezTo>
                <a:cubicBezTo>
                  <a:pt x="11889932" y="732115"/>
                  <a:pt x="12044006" y="448165"/>
                  <a:pt x="12188825" y="155924"/>
                </a:cubicBezTo>
                <a:lnTo>
                  <a:pt x="12188825" y="195017"/>
                </a:lnTo>
                <a:cubicBezTo>
                  <a:pt x="12089270" y="391132"/>
                  <a:pt x="11984574" y="582385"/>
                  <a:pt x="11868259" y="761239"/>
                </a:cubicBezTo>
                <a:cubicBezTo>
                  <a:pt x="11639540" y="1112846"/>
                  <a:pt x="11358309" y="1373086"/>
                  <a:pt x="11036093" y="1549752"/>
                </a:cubicBezTo>
                <a:cubicBezTo>
                  <a:pt x="10668967" y="1750996"/>
                  <a:pt x="10279090" y="1863711"/>
                  <a:pt x="9890533" y="1936549"/>
                </a:cubicBezTo>
                <a:cubicBezTo>
                  <a:pt x="9457182" y="2017973"/>
                  <a:pt x="9020276" y="2054322"/>
                  <a:pt x="8585263" y="2060909"/>
                </a:cubicBezTo>
                <a:cubicBezTo>
                  <a:pt x="8126582" y="2067535"/>
                  <a:pt x="7667495" y="2040073"/>
                  <a:pt x="7214883" y="1963025"/>
                </a:cubicBezTo>
                <a:cubicBezTo>
                  <a:pt x="6829538" y="1897418"/>
                  <a:pt x="6440448" y="1799913"/>
                  <a:pt x="6081995" y="1610086"/>
                </a:cubicBezTo>
                <a:cubicBezTo>
                  <a:pt x="5772133" y="1445912"/>
                  <a:pt x="5487232" y="1210150"/>
                  <a:pt x="5203791" y="975607"/>
                </a:cubicBezTo>
                <a:lnTo>
                  <a:pt x="5203791" y="975602"/>
                </a:lnTo>
                <a:lnTo>
                  <a:pt x="5203791" y="975597"/>
                </a:lnTo>
                <a:lnTo>
                  <a:pt x="5203778" y="975593"/>
                </a:lnTo>
                <a:cubicBezTo>
                  <a:pt x="5077585" y="871169"/>
                  <a:pt x="4951685" y="766987"/>
                  <a:pt x="4824007" y="669470"/>
                </a:cubicBezTo>
                <a:cubicBezTo>
                  <a:pt x="4367218" y="320335"/>
                  <a:pt x="3870282" y="17317"/>
                  <a:pt x="3322509" y="16490"/>
                </a:cubicBezTo>
                <a:cubicBezTo>
                  <a:pt x="2804801" y="15641"/>
                  <a:pt x="2315229" y="274915"/>
                  <a:pt x="1826800" y="533579"/>
                </a:cubicBezTo>
                <a:cubicBezTo>
                  <a:pt x="1237742" y="845536"/>
                  <a:pt x="650361" y="1156606"/>
                  <a:pt x="17343" y="1009413"/>
                </a:cubicBezTo>
                <a:cubicBezTo>
                  <a:pt x="11552" y="1008060"/>
                  <a:pt x="5771" y="1006664"/>
                  <a:pt x="0" y="1005224"/>
                </a:cubicBezTo>
                <a:close/>
                <a:moveTo>
                  <a:pt x="0" y="1163985"/>
                </a:moveTo>
                <a:lnTo>
                  <a:pt x="0" y="1142920"/>
                </a:lnTo>
                <a:cubicBezTo>
                  <a:pt x="427759" y="1221807"/>
                  <a:pt x="879410" y="1109953"/>
                  <a:pt x="1298859" y="962935"/>
                </a:cubicBezTo>
                <a:cubicBezTo>
                  <a:pt x="1453429" y="908707"/>
                  <a:pt x="1606906" y="847935"/>
                  <a:pt x="1760295" y="787195"/>
                </a:cubicBezTo>
                <a:cubicBezTo>
                  <a:pt x="2154324" y="631167"/>
                  <a:pt x="2547795" y="475359"/>
                  <a:pt x="2957809" y="431306"/>
                </a:cubicBezTo>
                <a:cubicBezTo>
                  <a:pt x="3504097" y="372942"/>
                  <a:pt x="4060149" y="495313"/>
                  <a:pt x="4572752" y="709094"/>
                </a:cubicBezTo>
                <a:cubicBezTo>
                  <a:pt x="4823842" y="813698"/>
                  <a:pt x="5066819" y="946565"/>
                  <a:pt x="5301149" y="1101053"/>
                </a:cubicBezTo>
                <a:cubicBezTo>
                  <a:pt x="5447034" y="1197174"/>
                  <a:pt x="5588335" y="1303649"/>
                  <a:pt x="5729637" y="1410131"/>
                </a:cubicBezTo>
                <a:lnTo>
                  <a:pt x="5729649" y="1410144"/>
                </a:lnTo>
                <a:lnTo>
                  <a:pt x="5729662" y="1410144"/>
                </a:lnTo>
                <a:cubicBezTo>
                  <a:pt x="5836695" y="1490808"/>
                  <a:pt x="5943728" y="1571460"/>
                  <a:pt x="6052755" y="1647611"/>
                </a:cubicBezTo>
                <a:cubicBezTo>
                  <a:pt x="6379517" y="1875824"/>
                  <a:pt x="6744267" y="2000765"/>
                  <a:pt x="7110669" y="2084818"/>
                </a:cubicBezTo>
                <a:cubicBezTo>
                  <a:pt x="7527222" y="2180478"/>
                  <a:pt x="7952447" y="2221834"/>
                  <a:pt x="8377519" y="2229129"/>
                </a:cubicBezTo>
                <a:cubicBezTo>
                  <a:pt x="8803899" y="2236513"/>
                  <a:pt x="9232286" y="2208950"/>
                  <a:pt x="9657790" y="2137718"/>
                </a:cubicBezTo>
                <a:cubicBezTo>
                  <a:pt x="10036990" y="2074286"/>
                  <a:pt x="10413434" y="1972773"/>
                  <a:pt x="10776267" y="1797991"/>
                </a:cubicBezTo>
                <a:cubicBezTo>
                  <a:pt x="11139101" y="1623209"/>
                  <a:pt x="11457775" y="1386855"/>
                  <a:pt x="11730030" y="1040117"/>
                </a:cubicBezTo>
                <a:cubicBezTo>
                  <a:pt x="11908203" y="813206"/>
                  <a:pt x="12055345" y="559354"/>
                  <a:pt x="12188825" y="293936"/>
                </a:cubicBezTo>
                <a:lnTo>
                  <a:pt x="12188825" y="331738"/>
                </a:lnTo>
                <a:cubicBezTo>
                  <a:pt x="12102716" y="500307"/>
                  <a:pt x="12010932" y="663649"/>
                  <a:pt x="11910196" y="817784"/>
                </a:cubicBezTo>
                <a:cubicBezTo>
                  <a:pt x="11682176" y="1167009"/>
                  <a:pt x="11405922" y="1445684"/>
                  <a:pt x="11092554" y="1645234"/>
                </a:cubicBezTo>
                <a:cubicBezTo>
                  <a:pt x="10370443" y="2105224"/>
                  <a:pt x="9543812" y="2219545"/>
                  <a:pt x="8764235" y="2246868"/>
                </a:cubicBezTo>
                <a:cubicBezTo>
                  <a:pt x="8328853" y="2262128"/>
                  <a:pt x="7892924" y="2241532"/>
                  <a:pt x="7462774" y="2173751"/>
                </a:cubicBezTo>
                <a:cubicBezTo>
                  <a:pt x="7080184" y="2113556"/>
                  <a:pt x="6695588" y="2019515"/>
                  <a:pt x="6337364" y="1840814"/>
                </a:cubicBezTo>
                <a:cubicBezTo>
                  <a:pt x="6137442" y="1741286"/>
                  <a:pt x="5952971" y="1602550"/>
                  <a:pt x="5768540" y="1463461"/>
                </a:cubicBezTo>
                <a:cubicBezTo>
                  <a:pt x="5517792" y="1274430"/>
                  <a:pt x="5266462" y="1089870"/>
                  <a:pt x="4999742" y="940002"/>
                </a:cubicBezTo>
                <a:cubicBezTo>
                  <a:pt x="4490782" y="654192"/>
                  <a:pt x="3931201" y="471788"/>
                  <a:pt x="3370363" y="440825"/>
                </a:cubicBezTo>
                <a:cubicBezTo>
                  <a:pt x="3073692" y="424697"/>
                  <a:pt x="2774964" y="462292"/>
                  <a:pt x="2481848" y="545819"/>
                </a:cubicBezTo>
                <a:cubicBezTo>
                  <a:pt x="2234796" y="616218"/>
                  <a:pt x="1990791" y="713995"/>
                  <a:pt x="1747459" y="811509"/>
                </a:cubicBezTo>
                <a:lnTo>
                  <a:pt x="1747459" y="811509"/>
                </a:lnTo>
                <a:cubicBezTo>
                  <a:pt x="1702081" y="829694"/>
                  <a:pt x="1656715" y="847869"/>
                  <a:pt x="1611375" y="865857"/>
                </a:cubicBezTo>
                <a:cubicBezTo>
                  <a:pt x="1102495" y="1068019"/>
                  <a:pt x="562706" y="1250580"/>
                  <a:pt x="35443" y="1169900"/>
                </a:cubicBezTo>
                <a:cubicBezTo>
                  <a:pt x="23603" y="1168076"/>
                  <a:pt x="11788" y="1166104"/>
                  <a:pt x="0" y="1163985"/>
                </a:cubicBezTo>
                <a:close/>
                <a:moveTo>
                  <a:pt x="0" y="1329328"/>
                </a:moveTo>
                <a:lnTo>
                  <a:pt x="0" y="1309376"/>
                </a:lnTo>
                <a:cubicBezTo>
                  <a:pt x="432501" y="1355335"/>
                  <a:pt x="879083" y="1251528"/>
                  <a:pt x="1304839" y="1134366"/>
                </a:cubicBezTo>
                <a:cubicBezTo>
                  <a:pt x="1405994" y="1106506"/>
                  <a:pt x="1507047" y="1076983"/>
                  <a:pt x="1608112" y="1047457"/>
                </a:cubicBezTo>
                <a:lnTo>
                  <a:pt x="1608125" y="1047450"/>
                </a:lnTo>
                <a:lnTo>
                  <a:pt x="1608138" y="1047449"/>
                </a:lnTo>
                <a:cubicBezTo>
                  <a:pt x="2040879" y="921017"/>
                  <a:pt x="2473811" y="794532"/>
                  <a:pt x="2915935" y="798445"/>
                </a:cubicBezTo>
                <a:cubicBezTo>
                  <a:pt x="3199643" y="801129"/>
                  <a:pt x="3479973" y="843191"/>
                  <a:pt x="3759694" y="890075"/>
                </a:cubicBezTo>
                <a:cubicBezTo>
                  <a:pt x="3880528" y="910294"/>
                  <a:pt x="4001706" y="927957"/>
                  <a:pt x="4122908" y="945622"/>
                </a:cubicBezTo>
                <a:lnTo>
                  <a:pt x="4122921" y="945625"/>
                </a:lnTo>
                <a:lnTo>
                  <a:pt x="4122934" y="945626"/>
                </a:lnTo>
                <a:lnTo>
                  <a:pt x="4122947" y="945627"/>
                </a:lnTo>
                <a:lnTo>
                  <a:pt x="4122947" y="945628"/>
                </a:lnTo>
                <a:lnTo>
                  <a:pt x="4122959" y="945630"/>
                </a:lnTo>
                <a:lnTo>
                  <a:pt x="4122972" y="945631"/>
                </a:lnTo>
                <a:lnTo>
                  <a:pt x="4122985" y="945634"/>
                </a:lnTo>
                <a:cubicBezTo>
                  <a:pt x="4264883" y="966314"/>
                  <a:pt x="4406794" y="986999"/>
                  <a:pt x="4548172" y="1011789"/>
                </a:cubicBezTo>
                <a:cubicBezTo>
                  <a:pt x="4793738" y="1054825"/>
                  <a:pt x="5037540" y="1114766"/>
                  <a:pt x="5272137" y="1214708"/>
                </a:cubicBezTo>
                <a:cubicBezTo>
                  <a:pt x="5522782" y="1321716"/>
                  <a:pt x="5753164" y="1479745"/>
                  <a:pt x="5980600" y="1649368"/>
                </a:cubicBezTo>
                <a:lnTo>
                  <a:pt x="5994071" y="1659433"/>
                </a:lnTo>
                <a:lnTo>
                  <a:pt x="6002527" y="1665742"/>
                </a:lnTo>
                <a:lnTo>
                  <a:pt x="6002540" y="1665754"/>
                </a:lnTo>
                <a:cubicBezTo>
                  <a:pt x="6181119" y="1799116"/>
                  <a:pt x="6358441" y="1931543"/>
                  <a:pt x="6551735" y="2027594"/>
                </a:cubicBezTo>
                <a:cubicBezTo>
                  <a:pt x="6724042" y="2112975"/>
                  <a:pt x="6902786" y="2178303"/>
                  <a:pt x="7083295" y="2230217"/>
                </a:cubicBezTo>
                <a:cubicBezTo>
                  <a:pt x="7493995" y="2348735"/>
                  <a:pt x="7917289" y="2402128"/>
                  <a:pt x="8340293" y="2416225"/>
                </a:cubicBezTo>
                <a:cubicBezTo>
                  <a:pt x="9143562" y="2442726"/>
                  <a:pt x="9988463" y="2351972"/>
                  <a:pt x="10752816" y="1950976"/>
                </a:cubicBezTo>
                <a:cubicBezTo>
                  <a:pt x="11111929" y="1762362"/>
                  <a:pt x="11449497" y="1500961"/>
                  <a:pt x="11733534" y="1147769"/>
                </a:cubicBezTo>
                <a:cubicBezTo>
                  <a:pt x="11906362" y="933132"/>
                  <a:pt x="12055916" y="690429"/>
                  <a:pt x="12188825" y="432683"/>
                </a:cubicBezTo>
                <a:lnTo>
                  <a:pt x="12188825" y="469805"/>
                </a:lnTo>
                <a:cubicBezTo>
                  <a:pt x="12113788" y="613684"/>
                  <a:pt x="12033342" y="752734"/>
                  <a:pt x="11946064" y="885015"/>
                </a:cubicBezTo>
                <a:cubicBezTo>
                  <a:pt x="11703570" y="1252661"/>
                  <a:pt x="11410784" y="1552735"/>
                  <a:pt x="11083628" y="1775625"/>
                </a:cubicBezTo>
                <a:cubicBezTo>
                  <a:pt x="10365135" y="2265428"/>
                  <a:pt x="9547253" y="2411294"/>
                  <a:pt x="8760959" y="2437100"/>
                </a:cubicBezTo>
                <a:cubicBezTo>
                  <a:pt x="8324321" y="2451564"/>
                  <a:pt x="7886792" y="2423913"/>
                  <a:pt x="7457492" y="2340896"/>
                </a:cubicBezTo>
                <a:cubicBezTo>
                  <a:pt x="7084983" y="2268576"/>
                  <a:pt x="6710558" y="2157530"/>
                  <a:pt x="6370655" y="1950963"/>
                </a:cubicBezTo>
                <a:cubicBezTo>
                  <a:pt x="6239256" y="1871120"/>
                  <a:pt x="6113927" y="1776358"/>
                  <a:pt x="5988573" y="1681584"/>
                </a:cubicBezTo>
                <a:lnTo>
                  <a:pt x="5988573" y="1681584"/>
                </a:lnTo>
                <a:lnTo>
                  <a:pt x="5988573" y="1681584"/>
                </a:lnTo>
                <a:cubicBezTo>
                  <a:pt x="5904724" y="1618190"/>
                  <a:pt x="5820875" y="1554784"/>
                  <a:pt x="5735172" y="1495828"/>
                </a:cubicBezTo>
                <a:cubicBezTo>
                  <a:pt x="5492551" y="1328923"/>
                  <a:pt x="5235431" y="1206159"/>
                  <a:pt x="4966172" y="1127358"/>
                </a:cubicBezTo>
                <a:cubicBezTo>
                  <a:pt x="4711476" y="1052814"/>
                  <a:pt x="4470595" y="1017831"/>
                  <a:pt x="4222031" y="981730"/>
                </a:cubicBezTo>
                <a:cubicBezTo>
                  <a:pt x="4214223" y="980597"/>
                  <a:pt x="4206414" y="979463"/>
                  <a:pt x="4198606" y="978327"/>
                </a:cubicBezTo>
                <a:cubicBezTo>
                  <a:pt x="4192194" y="977395"/>
                  <a:pt x="4185782" y="976462"/>
                  <a:pt x="4179358" y="975526"/>
                </a:cubicBezTo>
                <a:cubicBezTo>
                  <a:pt x="4069112" y="959582"/>
                  <a:pt x="3959057" y="941508"/>
                  <a:pt x="3848990" y="923432"/>
                </a:cubicBezTo>
                <a:cubicBezTo>
                  <a:pt x="3682181" y="896038"/>
                  <a:pt x="3515308" y="868634"/>
                  <a:pt x="3347623" y="848614"/>
                </a:cubicBezTo>
                <a:cubicBezTo>
                  <a:pt x="3069273" y="815384"/>
                  <a:pt x="2777935" y="805547"/>
                  <a:pt x="2491929" y="848922"/>
                </a:cubicBezTo>
                <a:cubicBezTo>
                  <a:pt x="2205924" y="892298"/>
                  <a:pt x="1917747" y="976529"/>
                  <a:pt x="1633518" y="1060696"/>
                </a:cubicBezTo>
                <a:cubicBezTo>
                  <a:pt x="1117720" y="1213355"/>
                  <a:pt x="587211" y="1369470"/>
                  <a:pt x="60847" y="1334385"/>
                </a:cubicBezTo>
                <a:cubicBezTo>
                  <a:pt x="40524" y="1333045"/>
                  <a:pt x="20241" y="1331363"/>
                  <a:pt x="0" y="1329328"/>
                </a:cubicBezTo>
                <a:close/>
                <a:moveTo>
                  <a:pt x="0" y="1503123"/>
                </a:moveTo>
                <a:lnTo>
                  <a:pt x="0" y="1482388"/>
                </a:lnTo>
                <a:cubicBezTo>
                  <a:pt x="424666" y="1489708"/>
                  <a:pt x="853550" y="1397184"/>
                  <a:pt x="1274024" y="1306481"/>
                </a:cubicBezTo>
                <a:lnTo>
                  <a:pt x="1274024" y="1306481"/>
                </a:lnTo>
                <a:lnTo>
                  <a:pt x="1290479" y="1302928"/>
                </a:lnTo>
                <a:cubicBezTo>
                  <a:pt x="1339234" y="1292422"/>
                  <a:pt x="1388244" y="1281649"/>
                  <a:pt x="1437456" y="1270839"/>
                </a:cubicBezTo>
                <a:cubicBezTo>
                  <a:pt x="1904199" y="1168325"/>
                  <a:pt x="2389873" y="1061646"/>
                  <a:pt x="2862939" y="1122716"/>
                </a:cubicBezTo>
                <a:cubicBezTo>
                  <a:pt x="3053936" y="1147526"/>
                  <a:pt x="3242558" y="1191658"/>
                  <a:pt x="3431015" y="1235750"/>
                </a:cubicBezTo>
                <a:cubicBezTo>
                  <a:pt x="3502865" y="1252562"/>
                  <a:pt x="3574703" y="1269373"/>
                  <a:pt x="3646630" y="1285101"/>
                </a:cubicBezTo>
                <a:cubicBezTo>
                  <a:pt x="3907217" y="1342072"/>
                  <a:pt x="4179332" y="1374161"/>
                  <a:pt x="4451639" y="1374641"/>
                </a:cubicBezTo>
                <a:cubicBezTo>
                  <a:pt x="4506983" y="1374768"/>
                  <a:pt x="4562392" y="1374249"/>
                  <a:pt x="4617813" y="1373731"/>
                </a:cubicBezTo>
                <a:lnTo>
                  <a:pt x="4617838" y="1373731"/>
                </a:lnTo>
                <a:lnTo>
                  <a:pt x="4617851" y="1373731"/>
                </a:lnTo>
                <a:cubicBezTo>
                  <a:pt x="4812961" y="1371898"/>
                  <a:pt x="5008236" y="1370052"/>
                  <a:pt x="5201581" y="1396957"/>
                </a:cubicBezTo>
                <a:cubicBezTo>
                  <a:pt x="5449865" y="1431498"/>
                  <a:pt x="5686671" y="1519092"/>
                  <a:pt x="5909054" y="1660558"/>
                </a:cubicBezTo>
                <a:cubicBezTo>
                  <a:pt x="6016658" y="1729097"/>
                  <a:pt x="6120136" y="1807259"/>
                  <a:pt x="6223614" y="1885420"/>
                </a:cubicBezTo>
                <a:lnTo>
                  <a:pt x="6223627" y="1885420"/>
                </a:lnTo>
                <a:lnTo>
                  <a:pt x="6223627" y="1885420"/>
                </a:lnTo>
                <a:cubicBezTo>
                  <a:pt x="6328933" y="1964959"/>
                  <a:pt x="6434227" y="2044486"/>
                  <a:pt x="6543876" y="2113898"/>
                </a:cubicBezTo>
                <a:cubicBezTo>
                  <a:pt x="6704984" y="2215854"/>
                  <a:pt x="6874625" y="2294445"/>
                  <a:pt x="7047426" y="2358319"/>
                </a:cubicBezTo>
                <a:cubicBezTo>
                  <a:pt x="7449671" y="2506461"/>
                  <a:pt x="7870172" y="2576682"/>
                  <a:pt x="8290344" y="2600654"/>
                </a:cubicBezTo>
                <a:cubicBezTo>
                  <a:pt x="9100583" y="2647118"/>
                  <a:pt x="9949535" y="2540320"/>
                  <a:pt x="10714384" y="2110851"/>
                </a:cubicBezTo>
                <a:cubicBezTo>
                  <a:pt x="11089266" y="1900440"/>
                  <a:pt x="11442412" y="1616521"/>
                  <a:pt x="11743336" y="1247868"/>
                </a:cubicBezTo>
                <a:cubicBezTo>
                  <a:pt x="11909993" y="1043632"/>
                  <a:pt x="12058417" y="815668"/>
                  <a:pt x="12188825" y="571097"/>
                </a:cubicBezTo>
                <a:lnTo>
                  <a:pt x="12188825" y="606438"/>
                </a:lnTo>
                <a:cubicBezTo>
                  <a:pt x="12120555" y="733342"/>
                  <a:pt x="12047270" y="855805"/>
                  <a:pt x="11968588" y="972822"/>
                </a:cubicBezTo>
                <a:cubicBezTo>
                  <a:pt x="11700446" y="1371645"/>
                  <a:pt x="11402569" y="1669269"/>
                  <a:pt x="11063733" y="1911806"/>
                </a:cubicBezTo>
                <a:cubicBezTo>
                  <a:pt x="10338117" y="2430993"/>
                  <a:pt x="9522227" y="2611072"/>
                  <a:pt x="8718616" y="2629026"/>
                </a:cubicBezTo>
                <a:cubicBezTo>
                  <a:pt x="7919779" y="2646625"/>
                  <a:pt x="7065811" y="2528890"/>
                  <a:pt x="6370261" y="2017657"/>
                </a:cubicBezTo>
                <a:cubicBezTo>
                  <a:pt x="6329022" y="1987313"/>
                  <a:pt x="6287936" y="1956437"/>
                  <a:pt x="6246811" y="1925525"/>
                </a:cubicBezTo>
                <a:lnTo>
                  <a:pt x="6246786" y="1925512"/>
                </a:lnTo>
                <a:lnTo>
                  <a:pt x="6246786" y="1925499"/>
                </a:lnTo>
                <a:cubicBezTo>
                  <a:pt x="6058735" y="1784185"/>
                  <a:pt x="5870075" y="1642402"/>
                  <a:pt x="5663703" y="1549410"/>
                </a:cubicBezTo>
                <a:cubicBezTo>
                  <a:pt x="5412207" y="1436088"/>
                  <a:pt x="5156292" y="1401698"/>
                  <a:pt x="4893877" y="1395326"/>
                </a:cubicBezTo>
                <a:cubicBezTo>
                  <a:pt x="4797750" y="1393037"/>
                  <a:pt x="4701560" y="1393796"/>
                  <a:pt x="4605370" y="1394555"/>
                </a:cubicBezTo>
                <a:lnTo>
                  <a:pt x="4605357" y="1394555"/>
                </a:lnTo>
                <a:lnTo>
                  <a:pt x="4605345" y="1394555"/>
                </a:lnTo>
                <a:lnTo>
                  <a:pt x="4605332" y="1394555"/>
                </a:lnTo>
                <a:lnTo>
                  <a:pt x="4605332" y="1394555"/>
                </a:lnTo>
                <a:lnTo>
                  <a:pt x="4605319" y="1394555"/>
                </a:lnTo>
                <a:lnTo>
                  <a:pt x="4605307" y="1394555"/>
                </a:lnTo>
                <a:cubicBezTo>
                  <a:pt x="4441545" y="1395832"/>
                  <a:pt x="4277795" y="1397121"/>
                  <a:pt x="4114516" y="1383403"/>
                </a:cubicBezTo>
                <a:cubicBezTo>
                  <a:pt x="3886852" y="1364185"/>
                  <a:pt x="3662983" y="1312006"/>
                  <a:pt x="3439496" y="1259903"/>
                </a:cubicBezTo>
                <a:lnTo>
                  <a:pt x="3439496" y="1259903"/>
                </a:lnTo>
                <a:cubicBezTo>
                  <a:pt x="3388811" y="1248084"/>
                  <a:pt x="3338138" y="1236272"/>
                  <a:pt x="3287440" y="1224851"/>
                </a:cubicBezTo>
                <a:cubicBezTo>
                  <a:pt x="3027006" y="1165798"/>
                  <a:pt x="2766927" y="1119980"/>
                  <a:pt x="2500055" y="1127891"/>
                </a:cubicBezTo>
                <a:cubicBezTo>
                  <a:pt x="2213948" y="1136504"/>
                  <a:pt x="1928361" y="1188598"/>
                  <a:pt x="1644615" y="1248123"/>
                </a:cubicBezTo>
                <a:cubicBezTo>
                  <a:pt x="1554393" y="1267059"/>
                  <a:pt x="1464094" y="1286821"/>
                  <a:pt x="1373731" y="1306607"/>
                </a:cubicBezTo>
                <a:lnTo>
                  <a:pt x="1373719" y="1306607"/>
                </a:lnTo>
                <a:lnTo>
                  <a:pt x="1373706" y="1306607"/>
                </a:lnTo>
                <a:lnTo>
                  <a:pt x="1373706" y="1306607"/>
                </a:lnTo>
                <a:lnTo>
                  <a:pt x="1373693" y="1306620"/>
                </a:lnTo>
                <a:cubicBezTo>
                  <a:pt x="951478" y="1399030"/>
                  <a:pt x="527591" y="1491820"/>
                  <a:pt x="101997" y="1502428"/>
                </a:cubicBezTo>
                <a:cubicBezTo>
                  <a:pt x="67969" y="1503300"/>
                  <a:pt x="33965" y="1503540"/>
                  <a:pt x="0" y="1503123"/>
                </a:cubicBezTo>
                <a:close/>
                <a:moveTo>
                  <a:pt x="0" y="1682659"/>
                </a:moveTo>
                <a:lnTo>
                  <a:pt x="0" y="1662189"/>
                </a:lnTo>
                <a:cubicBezTo>
                  <a:pt x="324654" y="1635992"/>
                  <a:pt x="648758" y="1576770"/>
                  <a:pt x="972352" y="1517638"/>
                </a:cubicBezTo>
                <a:lnTo>
                  <a:pt x="972360" y="1517638"/>
                </a:lnTo>
                <a:lnTo>
                  <a:pt x="972380" y="1517638"/>
                </a:lnTo>
                <a:cubicBezTo>
                  <a:pt x="1081271" y="1497737"/>
                  <a:pt x="1190104" y="1477849"/>
                  <a:pt x="1298884" y="1459238"/>
                </a:cubicBezTo>
                <a:cubicBezTo>
                  <a:pt x="1806485" y="1372365"/>
                  <a:pt x="2336369" y="1293711"/>
                  <a:pt x="2842815" y="1411471"/>
                </a:cubicBezTo>
                <a:cubicBezTo>
                  <a:pt x="3006082" y="1449465"/>
                  <a:pt x="3165298" y="1509521"/>
                  <a:pt x="3324312" y="1569513"/>
                </a:cubicBezTo>
                <a:lnTo>
                  <a:pt x="3324324" y="1569513"/>
                </a:lnTo>
                <a:lnTo>
                  <a:pt x="3324350" y="1569526"/>
                </a:lnTo>
                <a:cubicBezTo>
                  <a:pt x="3403247" y="1599288"/>
                  <a:pt x="3482106" y="1629025"/>
                  <a:pt x="3561384" y="1656057"/>
                </a:cubicBezTo>
                <a:cubicBezTo>
                  <a:pt x="3819711" y="1744156"/>
                  <a:pt x="4081301" y="1805375"/>
                  <a:pt x="4352185" y="1792883"/>
                </a:cubicBezTo>
                <a:cubicBezTo>
                  <a:pt x="4516150" y="1785196"/>
                  <a:pt x="4680154" y="1755914"/>
                  <a:pt x="4843992" y="1726670"/>
                </a:cubicBezTo>
                <a:cubicBezTo>
                  <a:pt x="5147735" y="1672443"/>
                  <a:pt x="5450894" y="1618329"/>
                  <a:pt x="5752021" y="1702079"/>
                </a:cubicBezTo>
                <a:cubicBezTo>
                  <a:pt x="6023222" y="1777509"/>
                  <a:pt x="6252525" y="1949117"/>
                  <a:pt x="6481179" y="2120245"/>
                </a:cubicBezTo>
                <a:cubicBezTo>
                  <a:pt x="6643367" y="2241634"/>
                  <a:pt x="6805225" y="2362757"/>
                  <a:pt x="6981455" y="2449136"/>
                </a:cubicBezTo>
                <a:cubicBezTo>
                  <a:pt x="7368310" y="2638925"/>
                  <a:pt x="7782984" y="2735141"/>
                  <a:pt x="8197963" y="2776460"/>
                </a:cubicBezTo>
                <a:cubicBezTo>
                  <a:pt x="9028733" y="2858818"/>
                  <a:pt x="9895472" y="2735230"/>
                  <a:pt x="10674148" y="2270953"/>
                </a:cubicBezTo>
                <a:cubicBezTo>
                  <a:pt x="11273685" y="1913488"/>
                  <a:pt x="11808572" y="1392506"/>
                  <a:pt x="12188825" y="707899"/>
                </a:cubicBezTo>
                <a:lnTo>
                  <a:pt x="12188825" y="734219"/>
                </a:lnTo>
                <a:cubicBezTo>
                  <a:pt x="11882937" y="1277502"/>
                  <a:pt x="11479664" y="1725203"/>
                  <a:pt x="11025656" y="2060252"/>
                </a:cubicBezTo>
                <a:cubicBezTo>
                  <a:pt x="10668193" y="2324055"/>
                  <a:pt x="10285019" y="2525527"/>
                  <a:pt x="9889149" y="2644754"/>
                </a:cubicBezTo>
                <a:cubicBezTo>
                  <a:pt x="9493279" y="2763993"/>
                  <a:pt x="9051993" y="2820876"/>
                  <a:pt x="8632532" y="2819548"/>
                </a:cubicBezTo>
                <a:cubicBezTo>
                  <a:pt x="8213072" y="2818221"/>
                  <a:pt x="7785219" y="2762413"/>
                  <a:pt x="7377592" y="2630556"/>
                </a:cubicBezTo>
                <a:cubicBezTo>
                  <a:pt x="7187014" y="2568894"/>
                  <a:pt x="6999776" y="2490075"/>
                  <a:pt x="6820892" y="2386842"/>
                </a:cubicBezTo>
                <a:cubicBezTo>
                  <a:pt x="6689240" y="2310717"/>
                  <a:pt x="6565231" y="2216865"/>
                  <a:pt x="6441210" y="2123001"/>
                </a:cubicBezTo>
                <a:lnTo>
                  <a:pt x="6441197" y="2122988"/>
                </a:lnTo>
                <a:lnTo>
                  <a:pt x="6441197" y="2122988"/>
                </a:lnTo>
                <a:cubicBezTo>
                  <a:pt x="6373181" y="2071517"/>
                  <a:pt x="6305165" y="2020046"/>
                  <a:pt x="6235892" y="1971483"/>
                </a:cubicBezTo>
                <a:cubicBezTo>
                  <a:pt x="6000229" y="1806475"/>
                  <a:pt x="5753354" y="1694531"/>
                  <a:pt x="5481036" y="1679801"/>
                </a:cubicBezTo>
                <a:cubicBezTo>
                  <a:pt x="5271146" y="1668599"/>
                  <a:pt x="5061537" y="1707123"/>
                  <a:pt x="4852651" y="1745534"/>
                </a:cubicBezTo>
                <a:lnTo>
                  <a:pt x="4852651" y="1745534"/>
                </a:lnTo>
                <a:cubicBezTo>
                  <a:pt x="4818916" y="1751729"/>
                  <a:pt x="4785193" y="1757924"/>
                  <a:pt x="4751496" y="1763917"/>
                </a:cubicBezTo>
                <a:cubicBezTo>
                  <a:pt x="4509155" y="1806955"/>
                  <a:pt x="4263181" y="1834796"/>
                  <a:pt x="4020332" y="1797852"/>
                </a:cubicBezTo>
                <a:cubicBezTo>
                  <a:pt x="3777203" y="1760883"/>
                  <a:pt x="3541984" y="1673631"/>
                  <a:pt x="3308301" y="1586936"/>
                </a:cubicBezTo>
                <a:lnTo>
                  <a:pt x="3308276" y="1586936"/>
                </a:lnTo>
                <a:lnTo>
                  <a:pt x="3290424" y="1580311"/>
                </a:lnTo>
                <a:cubicBezTo>
                  <a:pt x="3284165" y="1577984"/>
                  <a:pt x="3277905" y="1575670"/>
                  <a:pt x="3271646" y="1573344"/>
                </a:cubicBezTo>
                <a:cubicBezTo>
                  <a:pt x="3013611" y="1477634"/>
                  <a:pt x="2757430" y="1399764"/>
                  <a:pt x="2486482" y="1380622"/>
                </a:cubicBezTo>
                <a:cubicBezTo>
                  <a:pt x="2210278" y="1361454"/>
                  <a:pt x="1932234" y="1385590"/>
                  <a:pt x="1655788" y="1424089"/>
                </a:cubicBezTo>
                <a:cubicBezTo>
                  <a:pt x="1436288" y="1454699"/>
                  <a:pt x="1217289" y="1494311"/>
                  <a:pt x="998293" y="1533922"/>
                </a:cubicBezTo>
                <a:lnTo>
                  <a:pt x="998280" y="1533935"/>
                </a:lnTo>
                <a:lnTo>
                  <a:pt x="998277" y="1533935"/>
                </a:lnTo>
                <a:cubicBezTo>
                  <a:pt x="703788" y="1587201"/>
                  <a:pt x="409310" y="1640480"/>
                  <a:pt x="113653" y="1671823"/>
                </a:cubicBezTo>
                <a:cubicBezTo>
                  <a:pt x="75767" y="1675907"/>
                  <a:pt x="37885" y="1679523"/>
                  <a:pt x="0" y="1682659"/>
                </a:cubicBezTo>
                <a:close/>
                <a:moveTo>
                  <a:pt x="0" y="1870551"/>
                </a:moveTo>
                <a:lnTo>
                  <a:pt x="0" y="1849829"/>
                </a:lnTo>
                <a:cubicBezTo>
                  <a:pt x="135001" y="1824909"/>
                  <a:pt x="269877" y="1798434"/>
                  <a:pt x="404746" y="1771971"/>
                </a:cubicBezTo>
                <a:lnTo>
                  <a:pt x="404754" y="1771971"/>
                </a:lnTo>
                <a:cubicBezTo>
                  <a:pt x="710535" y="1711953"/>
                  <a:pt x="1016283" y="1651935"/>
                  <a:pt x="1323389" y="1610098"/>
                </a:cubicBezTo>
                <a:cubicBezTo>
                  <a:pt x="1820414" y="1542292"/>
                  <a:pt x="2330872" y="1514022"/>
                  <a:pt x="2813994" y="1666943"/>
                </a:cubicBezTo>
                <a:cubicBezTo>
                  <a:pt x="3004368" y="1727100"/>
                  <a:pt x="3185880" y="1822317"/>
                  <a:pt x="3367087" y="1917382"/>
                </a:cubicBezTo>
                <a:cubicBezTo>
                  <a:pt x="3661612" y="2071897"/>
                  <a:pt x="3955350" y="2225994"/>
                  <a:pt x="4285070" y="2228409"/>
                </a:cubicBezTo>
                <a:cubicBezTo>
                  <a:pt x="4534573" y="2230242"/>
                  <a:pt x="4774820" y="2145266"/>
                  <a:pt x="5015295" y="2060227"/>
                </a:cubicBezTo>
                <a:lnTo>
                  <a:pt x="5015295" y="2060227"/>
                </a:lnTo>
                <a:cubicBezTo>
                  <a:pt x="5210368" y="1991245"/>
                  <a:pt x="5405566" y="1922199"/>
                  <a:pt x="5605971" y="1899416"/>
                </a:cubicBezTo>
                <a:cubicBezTo>
                  <a:pt x="5825180" y="1874521"/>
                  <a:pt x="6037874" y="1917622"/>
                  <a:pt x="6237974" y="2025508"/>
                </a:cubicBezTo>
                <a:cubicBezTo>
                  <a:pt x="6381117" y="2102721"/>
                  <a:pt x="6513861" y="2204336"/>
                  <a:pt x="6646668" y="2306013"/>
                </a:cubicBezTo>
                <a:lnTo>
                  <a:pt x="6646681" y="2306026"/>
                </a:lnTo>
                <a:cubicBezTo>
                  <a:pt x="6717376" y="2360140"/>
                  <a:pt x="6788097" y="2414291"/>
                  <a:pt x="6860417" y="2464763"/>
                </a:cubicBezTo>
                <a:cubicBezTo>
                  <a:pt x="7228939" y="2722397"/>
                  <a:pt x="7644539" y="2863863"/>
                  <a:pt x="8061283" y="2935197"/>
                </a:cubicBezTo>
                <a:cubicBezTo>
                  <a:pt x="8911149" y="3080444"/>
                  <a:pt x="9802012" y="2946778"/>
                  <a:pt x="10597727" y="2454181"/>
                </a:cubicBezTo>
                <a:cubicBezTo>
                  <a:pt x="11191842" y="2086146"/>
                  <a:pt x="11783052" y="1552318"/>
                  <a:pt x="12188825" y="847281"/>
                </a:cubicBezTo>
                <a:lnTo>
                  <a:pt x="12188825" y="876995"/>
                </a:lnTo>
                <a:cubicBezTo>
                  <a:pt x="11866240" y="1427541"/>
                  <a:pt x="11430249" y="1875596"/>
                  <a:pt x="10979084" y="2216094"/>
                </a:cubicBezTo>
                <a:cubicBezTo>
                  <a:pt x="10608938" y="2495310"/>
                  <a:pt x="10214883" y="2719982"/>
                  <a:pt x="9802647" y="2847414"/>
                </a:cubicBezTo>
                <a:cubicBezTo>
                  <a:pt x="9378577" y="2978526"/>
                  <a:pt x="8941671" y="3025647"/>
                  <a:pt x="8511520" y="3005127"/>
                </a:cubicBezTo>
                <a:cubicBezTo>
                  <a:pt x="8081356" y="2984607"/>
                  <a:pt x="7662848" y="2897848"/>
                  <a:pt x="7265581" y="2717390"/>
                </a:cubicBezTo>
                <a:cubicBezTo>
                  <a:pt x="7073429" y="2630227"/>
                  <a:pt x="6892920" y="2516803"/>
                  <a:pt x="6717782" y="2383606"/>
                </a:cubicBezTo>
                <a:cubicBezTo>
                  <a:pt x="6697531" y="2368181"/>
                  <a:pt x="6677280" y="2352655"/>
                  <a:pt x="6657003" y="2337103"/>
                </a:cubicBezTo>
                <a:cubicBezTo>
                  <a:pt x="6459760" y="2185851"/>
                  <a:pt x="6260054" y="2032702"/>
                  <a:pt x="6035094" y="1959484"/>
                </a:cubicBezTo>
                <a:cubicBezTo>
                  <a:pt x="5694987" y="1849133"/>
                  <a:pt x="5361725" y="1965300"/>
                  <a:pt x="5028360" y="2081505"/>
                </a:cubicBezTo>
                <a:cubicBezTo>
                  <a:pt x="4915144" y="2120965"/>
                  <a:pt x="4801915" y="2160438"/>
                  <a:pt x="4688406" y="2191047"/>
                </a:cubicBezTo>
                <a:cubicBezTo>
                  <a:pt x="4452451" y="2254707"/>
                  <a:pt x="4217004" y="2267995"/>
                  <a:pt x="3983435" y="2208103"/>
                </a:cubicBezTo>
                <a:cubicBezTo>
                  <a:pt x="3745905" y="2147124"/>
                  <a:pt x="3522672" y="2028302"/>
                  <a:pt x="3300531" y="1910074"/>
                </a:cubicBezTo>
                <a:cubicBezTo>
                  <a:pt x="3293687" y="1906433"/>
                  <a:pt x="3286856" y="1902792"/>
                  <a:pt x="3280013" y="1899163"/>
                </a:cubicBezTo>
                <a:cubicBezTo>
                  <a:pt x="3276826" y="1897456"/>
                  <a:pt x="3273627" y="1895762"/>
                  <a:pt x="3270427" y="1894055"/>
                </a:cubicBezTo>
                <a:cubicBezTo>
                  <a:pt x="3038319" y="1770656"/>
                  <a:pt x="2792282" y="1665375"/>
                  <a:pt x="2533803" y="1619328"/>
                </a:cubicBezTo>
                <a:cubicBezTo>
                  <a:pt x="2272454" y="1572725"/>
                  <a:pt x="2006471" y="1568527"/>
                  <a:pt x="1741224" y="1586645"/>
                </a:cubicBezTo>
                <a:cubicBezTo>
                  <a:pt x="1290492" y="1617684"/>
                  <a:pt x="841958" y="1706099"/>
                  <a:pt x="394018" y="1794413"/>
                </a:cubicBezTo>
                <a:cubicBezTo>
                  <a:pt x="319472" y="1809105"/>
                  <a:pt x="244942" y="1823796"/>
                  <a:pt x="170421" y="1838222"/>
                </a:cubicBezTo>
                <a:cubicBezTo>
                  <a:pt x="113612" y="1849146"/>
                  <a:pt x="56809" y="1859981"/>
                  <a:pt x="0" y="1870551"/>
                </a:cubicBezTo>
                <a:close/>
                <a:moveTo>
                  <a:pt x="0" y="2065714"/>
                </a:moveTo>
                <a:lnTo>
                  <a:pt x="0" y="2044890"/>
                </a:lnTo>
                <a:cubicBezTo>
                  <a:pt x="455157" y="1911111"/>
                  <a:pt x="914734" y="1801797"/>
                  <a:pt x="1377337" y="1754056"/>
                </a:cubicBezTo>
                <a:cubicBezTo>
                  <a:pt x="1874489" y="1702584"/>
                  <a:pt x="2385302" y="1720209"/>
                  <a:pt x="2855969" y="1921592"/>
                </a:cubicBezTo>
                <a:cubicBezTo>
                  <a:pt x="3045200" y="2002522"/>
                  <a:pt x="3221964" y="2124847"/>
                  <a:pt x="3398498" y="2247020"/>
                </a:cubicBezTo>
                <a:cubicBezTo>
                  <a:pt x="3677673" y="2440210"/>
                  <a:pt x="3956239" y="2632996"/>
                  <a:pt x="4282595" y="2660937"/>
                </a:cubicBezTo>
                <a:cubicBezTo>
                  <a:pt x="4600431" y="2688146"/>
                  <a:pt x="4895299" y="2535123"/>
                  <a:pt x="5189443" y="2382493"/>
                </a:cubicBezTo>
                <a:lnTo>
                  <a:pt x="5189443" y="2382480"/>
                </a:lnTo>
                <a:cubicBezTo>
                  <a:pt x="5295689" y="2327355"/>
                  <a:pt x="5401846" y="2272268"/>
                  <a:pt x="5508943" y="2225741"/>
                </a:cubicBezTo>
                <a:cubicBezTo>
                  <a:pt x="5702732" y="2141675"/>
                  <a:pt x="5904572" y="2088080"/>
                  <a:pt x="6105840" y="2114720"/>
                </a:cubicBezTo>
                <a:cubicBezTo>
                  <a:pt x="6337605" y="2144950"/>
                  <a:pt x="6546275" y="2279867"/>
                  <a:pt x="6743213" y="2427845"/>
                </a:cubicBezTo>
                <a:cubicBezTo>
                  <a:pt x="6771514" y="2449098"/>
                  <a:pt x="6799752" y="2470529"/>
                  <a:pt x="6828015" y="2491959"/>
                </a:cubicBezTo>
                <a:lnTo>
                  <a:pt x="6828015" y="2491972"/>
                </a:lnTo>
                <a:cubicBezTo>
                  <a:pt x="6996386" y="2619682"/>
                  <a:pt x="7165137" y="2747683"/>
                  <a:pt x="7348160" y="2843583"/>
                </a:cubicBezTo>
                <a:cubicBezTo>
                  <a:pt x="7561909" y="2955591"/>
                  <a:pt x="7769869" y="3031362"/>
                  <a:pt x="7989102" y="3085716"/>
                </a:cubicBezTo>
                <a:cubicBezTo>
                  <a:pt x="8439441" y="3197698"/>
                  <a:pt x="8908685" y="3208521"/>
                  <a:pt x="9368065" y="3119575"/>
                </a:cubicBezTo>
                <a:cubicBezTo>
                  <a:pt x="9827456" y="3030629"/>
                  <a:pt x="10216038" y="2845189"/>
                  <a:pt x="10612848" y="2579008"/>
                </a:cubicBezTo>
                <a:cubicBezTo>
                  <a:pt x="11009645" y="2312828"/>
                  <a:pt x="11416397" y="1967425"/>
                  <a:pt x="11762915" y="1561042"/>
                </a:cubicBezTo>
                <a:cubicBezTo>
                  <a:pt x="11914983" y="1382328"/>
                  <a:pt x="12060474" y="1186998"/>
                  <a:pt x="12188825" y="974856"/>
                </a:cubicBezTo>
                <a:lnTo>
                  <a:pt x="12188825" y="1016353"/>
                </a:lnTo>
                <a:cubicBezTo>
                  <a:pt x="11868335" y="1540244"/>
                  <a:pt x="11435733" y="1969233"/>
                  <a:pt x="11019574" y="2302764"/>
                </a:cubicBezTo>
                <a:cubicBezTo>
                  <a:pt x="10645859" y="2602234"/>
                  <a:pt x="10246193" y="2864394"/>
                  <a:pt x="9826262" y="3014559"/>
                </a:cubicBezTo>
                <a:cubicBezTo>
                  <a:pt x="9406332" y="3164737"/>
                  <a:pt x="8930638" y="3224704"/>
                  <a:pt x="8483829" y="3187343"/>
                </a:cubicBezTo>
                <a:cubicBezTo>
                  <a:pt x="8041984" y="3150349"/>
                  <a:pt x="7602361" y="3024876"/>
                  <a:pt x="7203913" y="2784551"/>
                </a:cubicBezTo>
                <a:cubicBezTo>
                  <a:pt x="7085276" y="2713028"/>
                  <a:pt x="6970866" y="2626687"/>
                  <a:pt x="6856620" y="2540472"/>
                </a:cubicBezTo>
                <a:lnTo>
                  <a:pt x="6856620" y="2540472"/>
                </a:lnTo>
                <a:cubicBezTo>
                  <a:pt x="6556141" y="2313713"/>
                  <a:pt x="6256829" y="2087852"/>
                  <a:pt x="5884892" y="2134620"/>
                </a:cubicBezTo>
                <a:cubicBezTo>
                  <a:pt x="5641598" y="2165306"/>
                  <a:pt x="5414213" y="2285025"/>
                  <a:pt x="5186599" y="2404846"/>
                </a:cubicBezTo>
                <a:lnTo>
                  <a:pt x="5186599" y="2404846"/>
                </a:lnTo>
                <a:cubicBezTo>
                  <a:pt x="5018571" y="2493312"/>
                  <a:pt x="4850416" y="2581841"/>
                  <a:pt x="4675659" y="2634652"/>
                </a:cubicBezTo>
                <a:cubicBezTo>
                  <a:pt x="4451245" y="2702269"/>
                  <a:pt x="4226564" y="2697578"/>
                  <a:pt x="4008486" y="2620024"/>
                </a:cubicBezTo>
                <a:cubicBezTo>
                  <a:pt x="3776098" y="2537197"/>
                  <a:pt x="3564038" y="2388145"/>
                  <a:pt x="3354098" y="2240597"/>
                </a:cubicBezTo>
                <a:lnTo>
                  <a:pt x="3354098" y="2240597"/>
                </a:lnTo>
                <a:cubicBezTo>
                  <a:pt x="3345515" y="2234553"/>
                  <a:pt x="3336932" y="2228522"/>
                  <a:pt x="3328349" y="2222491"/>
                </a:cubicBezTo>
                <a:cubicBezTo>
                  <a:pt x="3109979" y="2069153"/>
                  <a:pt x="2869694" y="1931619"/>
                  <a:pt x="2614909" y="1856290"/>
                </a:cubicBezTo>
                <a:cubicBezTo>
                  <a:pt x="2360125" y="1780960"/>
                  <a:pt x="2079566" y="1749314"/>
                  <a:pt x="1807679" y="1750263"/>
                </a:cubicBezTo>
                <a:cubicBezTo>
                  <a:pt x="1269949" y="1752235"/>
                  <a:pt x="730936" y="1862561"/>
                  <a:pt x="201180" y="2008313"/>
                </a:cubicBezTo>
                <a:cubicBezTo>
                  <a:pt x="134006" y="2026848"/>
                  <a:pt x="66943" y="2046028"/>
                  <a:pt x="0" y="2065714"/>
                </a:cubicBezTo>
                <a:close/>
                <a:moveTo>
                  <a:pt x="0" y="2268260"/>
                </a:moveTo>
                <a:lnTo>
                  <a:pt x="0" y="2247032"/>
                </a:lnTo>
                <a:cubicBezTo>
                  <a:pt x="857006" y="1896609"/>
                  <a:pt x="1813329" y="1728958"/>
                  <a:pt x="2663538" y="2055814"/>
                </a:cubicBezTo>
                <a:cubicBezTo>
                  <a:pt x="2875306" y="2137086"/>
                  <a:pt x="3078808" y="2252507"/>
                  <a:pt x="3264256" y="2406616"/>
                </a:cubicBezTo>
                <a:cubicBezTo>
                  <a:pt x="3326013" y="2457961"/>
                  <a:pt x="3386856" y="2511329"/>
                  <a:pt x="3447724" y="2564709"/>
                </a:cubicBezTo>
                <a:lnTo>
                  <a:pt x="3447762" y="2564734"/>
                </a:lnTo>
                <a:lnTo>
                  <a:pt x="3447774" y="2564747"/>
                </a:lnTo>
                <a:cubicBezTo>
                  <a:pt x="3600236" y="2698475"/>
                  <a:pt x="3752774" y="2832267"/>
                  <a:pt x="3919698" y="2934426"/>
                </a:cubicBezTo>
                <a:cubicBezTo>
                  <a:pt x="4153279" y="3077397"/>
                  <a:pt x="4388929" y="3137440"/>
                  <a:pt x="4640210" y="3076284"/>
                </a:cubicBezTo>
                <a:cubicBezTo>
                  <a:pt x="4850810" y="3025053"/>
                  <a:pt x="5048256" y="2901616"/>
                  <a:pt x="5239532" y="2772540"/>
                </a:cubicBezTo>
                <a:cubicBezTo>
                  <a:pt x="5266779" y="2754169"/>
                  <a:pt x="5294115" y="2735546"/>
                  <a:pt x="5321565" y="2716846"/>
                </a:cubicBezTo>
                <a:cubicBezTo>
                  <a:pt x="5663855" y="2483741"/>
                  <a:pt x="6022207" y="2239699"/>
                  <a:pt x="6409684" y="2336421"/>
                </a:cubicBezTo>
                <a:cubicBezTo>
                  <a:pt x="6646110" y="2395528"/>
                  <a:pt x="6852837" y="2557907"/>
                  <a:pt x="7054829" y="2716568"/>
                </a:cubicBezTo>
                <a:cubicBezTo>
                  <a:pt x="7061291" y="2721638"/>
                  <a:pt x="7067754" y="2726721"/>
                  <a:pt x="7074216" y="2731778"/>
                </a:cubicBezTo>
                <a:cubicBezTo>
                  <a:pt x="7282391" y="2895168"/>
                  <a:pt x="7514563" y="3046724"/>
                  <a:pt x="7755699" y="3150601"/>
                </a:cubicBezTo>
                <a:cubicBezTo>
                  <a:pt x="8232155" y="3355525"/>
                  <a:pt x="8748795" y="3415985"/>
                  <a:pt x="9254493" y="3330023"/>
                </a:cubicBezTo>
                <a:cubicBezTo>
                  <a:pt x="9735710" y="3248208"/>
                  <a:pt x="10179319" y="3018061"/>
                  <a:pt x="10608759" y="2711486"/>
                </a:cubicBezTo>
                <a:cubicBezTo>
                  <a:pt x="11038200" y="2404897"/>
                  <a:pt x="11424738" y="2066384"/>
                  <a:pt x="11780562" y="1651278"/>
                </a:cubicBezTo>
                <a:cubicBezTo>
                  <a:pt x="11923959" y="1483981"/>
                  <a:pt x="12063928" y="1302005"/>
                  <a:pt x="12188825" y="1104588"/>
                </a:cubicBezTo>
                <a:lnTo>
                  <a:pt x="12188825" y="1133215"/>
                </a:lnTo>
                <a:cubicBezTo>
                  <a:pt x="12161807" y="1175614"/>
                  <a:pt x="12134191" y="1217211"/>
                  <a:pt x="12106144" y="1257994"/>
                </a:cubicBezTo>
                <a:cubicBezTo>
                  <a:pt x="11789946" y="1717643"/>
                  <a:pt x="11408804" y="2097563"/>
                  <a:pt x="11012006" y="2425266"/>
                </a:cubicBezTo>
                <a:cubicBezTo>
                  <a:pt x="10615209" y="2752956"/>
                  <a:pt x="10205157" y="3045991"/>
                  <a:pt x="9764341" y="3212390"/>
                </a:cubicBezTo>
                <a:cubicBezTo>
                  <a:pt x="9282983" y="3393936"/>
                  <a:pt x="8775116" y="3433522"/>
                  <a:pt x="8288706" y="3337002"/>
                </a:cubicBezTo>
                <a:cubicBezTo>
                  <a:pt x="8048484" y="3289147"/>
                  <a:pt x="7813037" y="3208255"/>
                  <a:pt x="7588191" y="3093378"/>
                </a:cubicBezTo>
                <a:cubicBezTo>
                  <a:pt x="7379014" y="2986491"/>
                  <a:pt x="7178418" y="2833304"/>
                  <a:pt x="6979588" y="2681445"/>
                </a:cubicBezTo>
                <a:lnTo>
                  <a:pt x="6978864" y="2680889"/>
                </a:lnTo>
                <a:cubicBezTo>
                  <a:pt x="6964225" y="2669712"/>
                  <a:pt x="6949586" y="2658535"/>
                  <a:pt x="6934972" y="2647384"/>
                </a:cubicBezTo>
                <a:cubicBezTo>
                  <a:pt x="6707307" y="2473576"/>
                  <a:pt x="6462541" y="2321805"/>
                  <a:pt x="6187949" y="2334726"/>
                </a:cubicBezTo>
                <a:cubicBezTo>
                  <a:pt x="5969528" y="2345081"/>
                  <a:pt x="5760096" y="2452702"/>
                  <a:pt x="5562764" y="2578225"/>
                </a:cubicBezTo>
                <a:cubicBezTo>
                  <a:pt x="5491383" y="2623614"/>
                  <a:pt x="5419952" y="2672455"/>
                  <a:pt x="5348114" y="2721575"/>
                </a:cubicBezTo>
                <a:lnTo>
                  <a:pt x="5348063" y="2721613"/>
                </a:lnTo>
                <a:cubicBezTo>
                  <a:pt x="5044942" y="2928850"/>
                  <a:pt x="4734724" y="3140942"/>
                  <a:pt x="4391786" y="3119929"/>
                </a:cubicBezTo>
                <a:cubicBezTo>
                  <a:pt x="4037079" y="3098258"/>
                  <a:pt x="3754831" y="2852648"/>
                  <a:pt x="3473168" y="2607519"/>
                </a:cubicBezTo>
                <a:cubicBezTo>
                  <a:pt x="3348524" y="2499065"/>
                  <a:pt x="3224008" y="2390698"/>
                  <a:pt x="3093372" y="2301866"/>
                </a:cubicBezTo>
                <a:cubicBezTo>
                  <a:pt x="2665696" y="2011487"/>
                  <a:pt x="2172988" y="1907571"/>
                  <a:pt x="1687695" y="1907761"/>
                </a:cubicBezTo>
                <a:cubicBezTo>
                  <a:pt x="1189024" y="1907685"/>
                  <a:pt x="687306" y="2014787"/>
                  <a:pt x="201907" y="2190478"/>
                </a:cubicBezTo>
                <a:cubicBezTo>
                  <a:pt x="134331" y="2215032"/>
                  <a:pt x="67029" y="2240963"/>
                  <a:pt x="0" y="226826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 sz="1350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820388" y="3456430"/>
            <a:ext cx="7532342" cy="135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457950" y="5624513"/>
            <a:ext cx="2057400" cy="273844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820388" y="5114542"/>
            <a:ext cx="7532342" cy="434724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ags" Target="../tags/tag7.xml"/><Relationship Id="rId3" Type="http://schemas.openxmlformats.org/officeDocument/2006/relationships/tags" Target="../tags/tag2.xml"/><Relationship Id="rId7" Type="http://schemas.openxmlformats.org/officeDocument/2006/relationships/tags" Target="../tags/tag6.xml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10" Type="http://schemas.openxmlformats.org/officeDocument/2006/relationships/tags" Target="../tags/tag9.xml"/><Relationship Id="rId4" Type="http://schemas.openxmlformats.org/officeDocument/2006/relationships/tags" Target="../tags/tag3.xml"/><Relationship Id="rId9" Type="http://schemas.openxmlformats.org/officeDocument/2006/relationships/tags" Target="../tags/tag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 7" descr="C:/Users/kingsoft/AppData/Local/Temp/fig2wpp/@svg_UnionUnion_#color-2113&amp;617.svg"/>
          <p:cNvSpPr/>
          <p:nvPr userDrawn="1">
            <p:custDataLst>
              <p:tags r:id="rId3"/>
            </p:custDataLst>
          </p:nvPr>
        </p:nvSpPr>
        <p:spPr>
          <a:xfrm>
            <a:off x="0" y="857250"/>
            <a:ext cx="1088015" cy="527351"/>
          </a:xfrm>
          <a:custGeom>
            <a:avLst/>
            <a:gdLst>
              <a:gd name="connsiteX0" fmla="*/ 0 w 1450687"/>
              <a:gd name="connsiteY0" fmla="*/ 397131 h 703135"/>
              <a:gd name="connsiteX1" fmla="*/ 73149 w 1450687"/>
              <a:gd name="connsiteY1" fmla="*/ 375585 h 703135"/>
              <a:gd name="connsiteX2" fmla="*/ 219214 w 1450687"/>
              <a:gd name="connsiteY2" fmla="*/ 334969 h 703135"/>
              <a:gd name="connsiteX3" fmla="*/ 791957 w 1450687"/>
              <a:gd name="connsiteY3" fmla="*/ 129145 h 703135"/>
              <a:gd name="connsiteX4" fmla="*/ 962788 w 1450687"/>
              <a:gd name="connsiteY4" fmla="*/ 0 h 703135"/>
              <a:gd name="connsiteX5" fmla="*/ 990538 w 1450687"/>
              <a:gd name="connsiteY5" fmla="*/ 0 h 703135"/>
              <a:gd name="connsiteX6" fmla="*/ 543929 w 1450687"/>
              <a:gd name="connsiteY6" fmla="*/ 255902 h 703135"/>
              <a:gd name="connsiteX7" fmla="*/ 208127 w 1450687"/>
              <a:gd name="connsiteY7" fmla="*/ 354366 h 703135"/>
              <a:gd name="connsiteX8" fmla="*/ 208122 w 1450687"/>
              <a:gd name="connsiteY8" fmla="*/ 354368 h 703135"/>
              <a:gd name="connsiteX9" fmla="*/ 208117 w 1450687"/>
              <a:gd name="connsiteY9" fmla="*/ 354369 h 703135"/>
              <a:gd name="connsiteX10" fmla="*/ 208111 w 1450687"/>
              <a:gd name="connsiteY10" fmla="*/ 354372 h 703135"/>
              <a:gd name="connsiteX11" fmla="*/ 208105 w 1450687"/>
              <a:gd name="connsiteY11" fmla="*/ 354373 h 703135"/>
              <a:gd name="connsiteX12" fmla="*/ 208099 w 1450687"/>
              <a:gd name="connsiteY12" fmla="*/ 354376 h 703135"/>
              <a:gd name="connsiteX13" fmla="*/ 0 w 1450687"/>
              <a:gd name="connsiteY13" fmla="*/ 412802 h 703135"/>
              <a:gd name="connsiteX14" fmla="*/ 1300845 w 1450687"/>
              <a:gd name="connsiteY14" fmla="*/ 0 h 703135"/>
              <a:gd name="connsiteX15" fmla="*/ 1314837 w 1450687"/>
              <a:gd name="connsiteY15" fmla="*/ 21936 h 703135"/>
              <a:gd name="connsiteX16" fmla="*/ 1435934 w 1450687"/>
              <a:gd name="connsiteY16" fmla="*/ 454046 h 703135"/>
              <a:gd name="connsiteX17" fmla="*/ 494630 w 1450687"/>
              <a:gd name="connsiteY17" fmla="*/ 675967 h 703135"/>
              <a:gd name="connsiteX18" fmla="*/ 291135 w 1450687"/>
              <a:gd name="connsiteY18" fmla="*/ 681279 h 703135"/>
              <a:gd name="connsiteX19" fmla="*/ 0 w 1450687"/>
              <a:gd name="connsiteY19" fmla="*/ 703135 h 703135"/>
              <a:gd name="connsiteX20" fmla="*/ 0 w 1450687"/>
              <a:gd name="connsiteY20" fmla="*/ 692666 h 703135"/>
              <a:gd name="connsiteX21" fmla="*/ 474990 w 1450687"/>
              <a:gd name="connsiteY21" fmla="*/ 663858 h 703135"/>
              <a:gd name="connsiteX22" fmla="*/ 538755 w 1450687"/>
              <a:gd name="connsiteY22" fmla="*/ 662058 h 703135"/>
              <a:gd name="connsiteX23" fmla="*/ 538759 w 1450687"/>
              <a:gd name="connsiteY23" fmla="*/ 662058 h 703135"/>
              <a:gd name="connsiteX24" fmla="*/ 1226189 w 1450687"/>
              <a:gd name="connsiteY24" fmla="*/ 590592 h 703135"/>
              <a:gd name="connsiteX25" fmla="*/ 1396095 w 1450687"/>
              <a:gd name="connsiteY25" fmla="*/ 216959 h 703135"/>
              <a:gd name="connsiteX26" fmla="*/ 1282797 w 1450687"/>
              <a:gd name="connsiteY26" fmla="*/ 0 h 703135"/>
              <a:gd name="connsiteX27" fmla="*/ 1249573 w 1450687"/>
              <a:gd name="connsiteY27" fmla="*/ 412796 h 703135"/>
              <a:gd name="connsiteX28" fmla="*/ 633987 w 1450687"/>
              <a:gd name="connsiteY28" fmla="*/ 590888 h 703135"/>
              <a:gd name="connsiteX29" fmla="*/ 426770 w 1450687"/>
              <a:gd name="connsiteY29" fmla="*/ 610661 h 703135"/>
              <a:gd name="connsiteX30" fmla="*/ 426739 w 1450687"/>
              <a:gd name="connsiteY30" fmla="*/ 610664 h 703135"/>
              <a:gd name="connsiteX31" fmla="*/ 426709 w 1450687"/>
              <a:gd name="connsiteY31" fmla="*/ 610667 h 703135"/>
              <a:gd name="connsiteX32" fmla="*/ 0 w 1450687"/>
              <a:gd name="connsiteY32" fmla="*/ 657413 h 703135"/>
              <a:gd name="connsiteX33" fmla="*/ 0 w 1450687"/>
              <a:gd name="connsiteY33" fmla="*/ 641958 h 703135"/>
              <a:gd name="connsiteX34" fmla="*/ 395179 w 1450687"/>
              <a:gd name="connsiteY34" fmla="*/ 600952 h 703135"/>
              <a:gd name="connsiteX35" fmla="*/ 395184 w 1450687"/>
              <a:gd name="connsiteY35" fmla="*/ 600952 h 703135"/>
              <a:gd name="connsiteX36" fmla="*/ 395198 w 1450687"/>
              <a:gd name="connsiteY36" fmla="*/ 600951 h 703135"/>
              <a:gd name="connsiteX37" fmla="*/ 395208 w 1450687"/>
              <a:gd name="connsiteY37" fmla="*/ 600950 h 703135"/>
              <a:gd name="connsiteX38" fmla="*/ 886314 w 1450687"/>
              <a:gd name="connsiteY38" fmla="*/ 544384 h 703135"/>
              <a:gd name="connsiteX39" fmla="*/ 1214964 w 1450687"/>
              <a:gd name="connsiteY39" fmla="*/ 420228 h 703135"/>
              <a:gd name="connsiteX40" fmla="*/ 1301844 w 1450687"/>
              <a:gd name="connsiteY40" fmla="*/ 188351 h 703135"/>
              <a:gd name="connsiteX41" fmla="*/ 1258427 w 1450687"/>
              <a:gd name="connsiteY41" fmla="*/ 0 h 703135"/>
              <a:gd name="connsiteX42" fmla="*/ 1276060 w 1450687"/>
              <a:gd name="connsiteY42" fmla="*/ 0 h 703135"/>
              <a:gd name="connsiteX43" fmla="*/ 1249573 w 1450687"/>
              <a:gd name="connsiteY43" fmla="*/ 412796 h 703135"/>
              <a:gd name="connsiteX44" fmla="*/ 0 w 1450687"/>
              <a:gd name="connsiteY44" fmla="*/ 582514 h 703135"/>
              <a:gd name="connsiteX45" fmla="*/ 362572 w 1450687"/>
              <a:gd name="connsiteY45" fmla="*/ 521332 h 703135"/>
              <a:gd name="connsiteX46" fmla="*/ 372455 w 1450687"/>
              <a:gd name="connsiteY46" fmla="*/ 519852 h 703135"/>
              <a:gd name="connsiteX47" fmla="*/ 384834 w 1450687"/>
              <a:gd name="connsiteY47" fmla="*/ 517999 h 703135"/>
              <a:gd name="connsiteX48" fmla="*/ 384838 w 1450687"/>
              <a:gd name="connsiteY48" fmla="*/ 517998 h 703135"/>
              <a:gd name="connsiteX49" fmla="*/ 384840 w 1450687"/>
              <a:gd name="connsiteY49" fmla="*/ 517998 h 703135"/>
              <a:gd name="connsiteX50" fmla="*/ 1085968 w 1450687"/>
              <a:gd name="connsiteY50" fmla="*/ 305683 h 703135"/>
              <a:gd name="connsiteX51" fmla="*/ 1203652 w 1450687"/>
              <a:gd name="connsiteY51" fmla="*/ 0 h 703135"/>
              <a:gd name="connsiteX52" fmla="*/ 1221763 w 1450687"/>
              <a:gd name="connsiteY52" fmla="*/ 0 h 703135"/>
              <a:gd name="connsiteX53" fmla="*/ 884398 w 1450687"/>
              <a:gd name="connsiteY53" fmla="*/ 430811 h 703135"/>
              <a:gd name="connsiteX54" fmla="*/ 328764 w 1450687"/>
              <a:gd name="connsiteY54" fmla="*/ 540074 h 703135"/>
              <a:gd name="connsiteX55" fmla="*/ 328752 w 1450687"/>
              <a:gd name="connsiteY55" fmla="*/ 540076 h 703135"/>
              <a:gd name="connsiteX56" fmla="*/ 328601 w 1450687"/>
              <a:gd name="connsiteY56" fmla="*/ 540097 h 703135"/>
              <a:gd name="connsiteX57" fmla="*/ 328577 w 1450687"/>
              <a:gd name="connsiteY57" fmla="*/ 540101 h 703135"/>
              <a:gd name="connsiteX58" fmla="*/ 87028 w 1450687"/>
              <a:gd name="connsiteY58" fmla="*/ 577141 h 703135"/>
              <a:gd name="connsiteX59" fmla="*/ 0 w 1450687"/>
              <a:gd name="connsiteY59" fmla="*/ 593337 h 703135"/>
              <a:gd name="connsiteX60" fmla="*/ 0 w 1450687"/>
              <a:gd name="connsiteY60" fmla="*/ 499760 h 703135"/>
              <a:gd name="connsiteX61" fmla="*/ 243873 w 1450687"/>
              <a:gd name="connsiteY61" fmla="*/ 445614 h 703135"/>
              <a:gd name="connsiteX62" fmla="*/ 243875 w 1450687"/>
              <a:gd name="connsiteY62" fmla="*/ 445613 h 703135"/>
              <a:gd name="connsiteX63" fmla="*/ 579572 w 1450687"/>
              <a:gd name="connsiteY63" fmla="*/ 368430 h 703135"/>
              <a:gd name="connsiteX64" fmla="*/ 1105416 w 1450687"/>
              <a:gd name="connsiteY64" fmla="*/ 13585 h 703135"/>
              <a:gd name="connsiteX65" fmla="*/ 1111088 w 1450687"/>
              <a:gd name="connsiteY65" fmla="*/ 0 h 703135"/>
              <a:gd name="connsiteX66" fmla="*/ 1133274 w 1450687"/>
              <a:gd name="connsiteY66" fmla="*/ 0 h 703135"/>
              <a:gd name="connsiteX67" fmla="*/ 966977 w 1450687"/>
              <a:gd name="connsiteY67" fmla="*/ 216864 h 703135"/>
              <a:gd name="connsiteX68" fmla="*/ 345839 w 1450687"/>
              <a:gd name="connsiteY68" fmla="*/ 436144 h 703135"/>
              <a:gd name="connsiteX69" fmla="*/ 0 w 1450687"/>
              <a:gd name="connsiteY69" fmla="*/ 514228 h 70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1450687" h="703135">
                <a:moveTo>
                  <a:pt x="0" y="397131"/>
                </a:moveTo>
                <a:cubicBezTo>
                  <a:pt x="23971" y="389870"/>
                  <a:pt x="48352" y="382695"/>
                  <a:pt x="73149" y="375585"/>
                </a:cubicBezTo>
                <a:cubicBezTo>
                  <a:pt x="121420" y="361743"/>
                  <a:pt x="170333" y="348352"/>
                  <a:pt x="219214" y="334969"/>
                </a:cubicBezTo>
                <a:cubicBezTo>
                  <a:pt x="428352" y="277712"/>
                  <a:pt x="636887" y="220620"/>
                  <a:pt x="791957" y="129145"/>
                </a:cubicBezTo>
                <a:cubicBezTo>
                  <a:pt x="857875" y="90315"/>
                  <a:pt x="915109" y="47065"/>
                  <a:pt x="962788" y="0"/>
                </a:cubicBezTo>
                <a:lnTo>
                  <a:pt x="990538" y="0"/>
                </a:lnTo>
                <a:cubicBezTo>
                  <a:pt x="887166" y="105527"/>
                  <a:pt x="739124" y="190460"/>
                  <a:pt x="543929" y="255902"/>
                </a:cubicBezTo>
                <a:cubicBezTo>
                  <a:pt x="436595" y="291888"/>
                  <a:pt x="322368" y="323125"/>
                  <a:pt x="208127" y="354366"/>
                </a:cubicBezTo>
                <a:lnTo>
                  <a:pt x="208122" y="354368"/>
                </a:lnTo>
                <a:lnTo>
                  <a:pt x="208117" y="354369"/>
                </a:lnTo>
                <a:lnTo>
                  <a:pt x="208111" y="354372"/>
                </a:lnTo>
                <a:lnTo>
                  <a:pt x="208105" y="354373"/>
                </a:lnTo>
                <a:lnTo>
                  <a:pt x="208099" y="354376"/>
                </a:lnTo>
                <a:cubicBezTo>
                  <a:pt x="138212" y="373487"/>
                  <a:pt x="68320" y="392599"/>
                  <a:pt x="0" y="412802"/>
                </a:cubicBezTo>
                <a:close/>
                <a:moveTo>
                  <a:pt x="1300845" y="0"/>
                </a:moveTo>
                <a:cubicBezTo>
                  <a:pt x="1305572" y="7311"/>
                  <a:pt x="1310236" y="14624"/>
                  <a:pt x="1314837" y="21936"/>
                </a:cubicBezTo>
                <a:cubicBezTo>
                  <a:pt x="1406939" y="168290"/>
                  <a:pt x="1484014" y="326736"/>
                  <a:pt x="1435934" y="454046"/>
                </a:cubicBezTo>
                <a:cubicBezTo>
                  <a:pt x="1358367" y="658411"/>
                  <a:pt x="890169" y="667928"/>
                  <a:pt x="494630" y="675967"/>
                </a:cubicBezTo>
                <a:cubicBezTo>
                  <a:pt x="423557" y="677411"/>
                  <a:pt x="354830" y="678808"/>
                  <a:pt x="291135" y="681279"/>
                </a:cubicBezTo>
                <a:cubicBezTo>
                  <a:pt x="191221" y="685156"/>
                  <a:pt x="94128" y="692566"/>
                  <a:pt x="0" y="703135"/>
                </a:cubicBezTo>
                <a:lnTo>
                  <a:pt x="0" y="692666"/>
                </a:lnTo>
                <a:cubicBezTo>
                  <a:pt x="150612" y="676670"/>
                  <a:pt x="307657" y="668772"/>
                  <a:pt x="474990" y="663858"/>
                </a:cubicBezTo>
                <a:cubicBezTo>
                  <a:pt x="496114" y="663239"/>
                  <a:pt x="517387" y="662650"/>
                  <a:pt x="538755" y="662058"/>
                </a:cubicBezTo>
                <a:lnTo>
                  <a:pt x="538759" y="662058"/>
                </a:lnTo>
                <a:cubicBezTo>
                  <a:pt x="782283" y="655315"/>
                  <a:pt x="1038113" y="648231"/>
                  <a:pt x="1226189" y="590592"/>
                </a:cubicBezTo>
                <a:cubicBezTo>
                  <a:pt x="1446108" y="523159"/>
                  <a:pt x="1454653" y="372401"/>
                  <a:pt x="1396095" y="216959"/>
                </a:cubicBezTo>
                <a:cubicBezTo>
                  <a:pt x="1368933" y="145101"/>
                  <a:pt x="1329840" y="72775"/>
                  <a:pt x="1282797" y="0"/>
                </a:cubicBezTo>
                <a:close/>
                <a:moveTo>
                  <a:pt x="1249573" y="412796"/>
                </a:moveTo>
                <a:cubicBezTo>
                  <a:pt x="1140664" y="528536"/>
                  <a:pt x="880414" y="565566"/>
                  <a:pt x="633987" y="590888"/>
                </a:cubicBezTo>
                <a:cubicBezTo>
                  <a:pt x="565248" y="598010"/>
                  <a:pt x="495936" y="604342"/>
                  <a:pt x="426770" y="610661"/>
                </a:cubicBezTo>
                <a:lnTo>
                  <a:pt x="426739" y="610664"/>
                </a:lnTo>
                <a:lnTo>
                  <a:pt x="426709" y="610667"/>
                </a:lnTo>
                <a:cubicBezTo>
                  <a:pt x="281618" y="623922"/>
                  <a:pt x="137171" y="637118"/>
                  <a:pt x="0" y="657413"/>
                </a:cubicBezTo>
                <a:lnTo>
                  <a:pt x="0" y="641958"/>
                </a:lnTo>
                <a:cubicBezTo>
                  <a:pt x="126934" y="623663"/>
                  <a:pt x="261074" y="612307"/>
                  <a:pt x="395179" y="600952"/>
                </a:cubicBezTo>
                <a:lnTo>
                  <a:pt x="395184" y="600952"/>
                </a:lnTo>
                <a:lnTo>
                  <a:pt x="395198" y="600951"/>
                </a:lnTo>
                <a:lnTo>
                  <a:pt x="395208" y="600950"/>
                </a:lnTo>
                <a:cubicBezTo>
                  <a:pt x="563759" y="586679"/>
                  <a:pt x="732254" y="572413"/>
                  <a:pt x="886314" y="544384"/>
                </a:cubicBezTo>
                <a:cubicBezTo>
                  <a:pt x="1021135" y="519969"/>
                  <a:pt x="1144068" y="484200"/>
                  <a:pt x="1214964" y="420228"/>
                </a:cubicBezTo>
                <a:cubicBezTo>
                  <a:pt x="1285855" y="356257"/>
                  <a:pt x="1307001" y="273847"/>
                  <a:pt x="1301844" y="188351"/>
                </a:cubicBezTo>
                <a:cubicBezTo>
                  <a:pt x="1298191" y="126625"/>
                  <a:pt x="1282607" y="63816"/>
                  <a:pt x="1258427" y="0"/>
                </a:cubicBezTo>
                <a:lnTo>
                  <a:pt x="1276060" y="0"/>
                </a:lnTo>
                <a:cubicBezTo>
                  <a:pt x="1333025" y="148123"/>
                  <a:pt x="1353437" y="302415"/>
                  <a:pt x="1249573" y="412796"/>
                </a:cubicBezTo>
                <a:close/>
                <a:moveTo>
                  <a:pt x="0" y="582514"/>
                </a:moveTo>
                <a:cubicBezTo>
                  <a:pt x="116369" y="559395"/>
                  <a:pt x="237947" y="540024"/>
                  <a:pt x="362572" y="521332"/>
                </a:cubicBezTo>
                <a:lnTo>
                  <a:pt x="372455" y="519852"/>
                </a:lnTo>
                <a:lnTo>
                  <a:pt x="384834" y="517999"/>
                </a:lnTo>
                <a:lnTo>
                  <a:pt x="384838" y="517998"/>
                </a:lnTo>
                <a:lnTo>
                  <a:pt x="384840" y="517998"/>
                </a:lnTo>
                <a:cubicBezTo>
                  <a:pt x="658468" y="477051"/>
                  <a:pt x="946976" y="433877"/>
                  <a:pt x="1085968" y="305683"/>
                </a:cubicBezTo>
                <a:cubicBezTo>
                  <a:pt x="1178275" y="220546"/>
                  <a:pt x="1208913" y="113631"/>
                  <a:pt x="1203652" y="0"/>
                </a:cubicBezTo>
                <a:lnTo>
                  <a:pt x="1221763" y="0"/>
                </a:lnTo>
                <a:cubicBezTo>
                  <a:pt x="1232123" y="183279"/>
                  <a:pt x="1151882" y="344829"/>
                  <a:pt x="884398" y="430811"/>
                </a:cubicBezTo>
                <a:cubicBezTo>
                  <a:pt x="720825" y="483351"/>
                  <a:pt x="524346" y="511778"/>
                  <a:pt x="328764" y="540074"/>
                </a:cubicBezTo>
                <a:lnTo>
                  <a:pt x="328752" y="540076"/>
                </a:lnTo>
                <a:lnTo>
                  <a:pt x="328601" y="540097"/>
                </a:lnTo>
                <a:lnTo>
                  <a:pt x="328577" y="540101"/>
                </a:lnTo>
                <a:cubicBezTo>
                  <a:pt x="247089" y="551891"/>
                  <a:pt x="165758" y="563659"/>
                  <a:pt x="87028" y="577141"/>
                </a:cubicBezTo>
                <a:cubicBezTo>
                  <a:pt x="57495" y="582193"/>
                  <a:pt x="28493" y="587596"/>
                  <a:pt x="0" y="593337"/>
                </a:cubicBezTo>
                <a:close/>
                <a:moveTo>
                  <a:pt x="0" y="499760"/>
                </a:moveTo>
                <a:cubicBezTo>
                  <a:pt x="79877" y="480649"/>
                  <a:pt x="161872" y="463132"/>
                  <a:pt x="243873" y="445614"/>
                </a:cubicBezTo>
                <a:lnTo>
                  <a:pt x="243875" y="445613"/>
                </a:lnTo>
                <a:cubicBezTo>
                  <a:pt x="357643" y="421309"/>
                  <a:pt x="471422" y="397002"/>
                  <a:pt x="579572" y="368430"/>
                </a:cubicBezTo>
                <a:cubicBezTo>
                  <a:pt x="852234" y="296642"/>
                  <a:pt x="1034505" y="175760"/>
                  <a:pt x="1105416" y="13585"/>
                </a:cubicBezTo>
                <a:cubicBezTo>
                  <a:pt x="1107388" y="9075"/>
                  <a:pt x="1109279" y="4546"/>
                  <a:pt x="1111088" y="0"/>
                </a:cubicBezTo>
                <a:lnTo>
                  <a:pt x="1133274" y="0"/>
                </a:lnTo>
                <a:cubicBezTo>
                  <a:pt x="1102011" y="80679"/>
                  <a:pt x="1047860" y="154632"/>
                  <a:pt x="966977" y="216864"/>
                </a:cubicBezTo>
                <a:cubicBezTo>
                  <a:pt x="822514" y="328015"/>
                  <a:pt x="587233" y="384593"/>
                  <a:pt x="345839" y="436144"/>
                </a:cubicBezTo>
                <a:cubicBezTo>
                  <a:pt x="228714" y="461125"/>
                  <a:pt x="112000" y="486086"/>
                  <a:pt x="0" y="51422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2590" cap="flat">
            <a:noFill/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 sz="135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图片 8" descr="C:/Users/kingsoft/AppData/Local/Temp/fig2wpp/@svg_UnionUnion_#color-2113&amp;643.svg"/>
          <p:cNvSpPr/>
          <p:nvPr userDrawn="1">
            <p:custDataLst>
              <p:tags r:id="rId4"/>
            </p:custDataLst>
          </p:nvPr>
        </p:nvSpPr>
        <p:spPr>
          <a:xfrm>
            <a:off x="7453429" y="2574014"/>
            <a:ext cx="1690571" cy="3426736"/>
          </a:xfrm>
          <a:custGeom>
            <a:avLst/>
            <a:gdLst>
              <a:gd name="connsiteX0" fmla="*/ 2254096 w 2254095"/>
              <a:gd name="connsiteY0" fmla="*/ 1324093 h 4568981"/>
              <a:gd name="connsiteX1" fmla="*/ 2146978 w 2254095"/>
              <a:gd name="connsiteY1" fmla="*/ 1706858 h 4568981"/>
              <a:gd name="connsiteX2" fmla="*/ 2254096 w 2254095"/>
              <a:gd name="connsiteY2" fmla="*/ 2708622 h 4568981"/>
              <a:gd name="connsiteX3" fmla="*/ 2254096 w 2254095"/>
              <a:gd name="connsiteY3" fmla="*/ 2777837 h 4568981"/>
              <a:gd name="connsiteX4" fmla="*/ 2190782 w 2254095"/>
              <a:gd name="connsiteY4" fmla="*/ 2498259 h 4568981"/>
              <a:gd name="connsiteX5" fmla="*/ 2220682 w 2254095"/>
              <a:gd name="connsiteY5" fmla="*/ 1350420 h 4568981"/>
              <a:gd name="connsiteX6" fmla="*/ 2254096 w 2254095"/>
              <a:gd name="connsiteY6" fmla="*/ 1274830 h 4568981"/>
              <a:gd name="connsiteX7" fmla="*/ 2254096 w 2254095"/>
              <a:gd name="connsiteY7" fmla="*/ 810923 h 4568981"/>
              <a:gd name="connsiteX8" fmla="*/ 2254096 w 2254095"/>
              <a:gd name="connsiteY8" fmla="*/ 848534 h 4568981"/>
              <a:gd name="connsiteX9" fmla="*/ 2004593 w 2254095"/>
              <a:gd name="connsiteY9" fmla="*/ 1416016 h 4568981"/>
              <a:gd name="connsiteX10" fmla="*/ 2105990 w 2254095"/>
              <a:gd name="connsiteY10" fmla="*/ 2653237 h 4568981"/>
              <a:gd name="connsiteX11" fmla="*/ 2207413 w 2254095"/>
              <a:gd name="connsiteY11" fmla="*/ 3022502 h 4568981"/>
              <a:gd name="connsiteX12" fmla="*/ 2207413 w 2254095"/>
              <a:gd name="connsiteY12" fmla="*/ 3022515 h 4568981"/>
              <a:gd name="connsiteX13" fmla="*/ 2254096 w 2254095"/>
              <a:gd name="connsiteY13" fmla="*/ 3188987 h 4568981"/>
              <a:gd name="connsiteX14" fmla="*/ 2254096 w 2254095"/>
              <a:gd name="connsiteY14" fmla="*/ 3247496 h 4568981"/>
              <a:gd name="connsiteX15" fmla="*/ 2190173 w 2254095"/>
              <a:gd name="connsiteY15" fmla="*/ 3018553 h 4568981"/>
              <a:gd name="connsiteX16" fmla="*/ 2190173 w 2254095"/>
              <a:gd name="connsiteY16" fmla="*/ 3018540 h 4568981"/>
              <a:gd name="connsiteX17" fmla="*/ 2190160 w 2254095"/>
              <a:gd name="connsiteY17" fmla="*/ 3018527 h 4568981"/>
              <a:gd name="connsiteX18" fmla="*/ 1984194 w 2254095"/>
              <a:gd name="connsiteY18" fmla="*/ 2177762 h 4568981"/>
              <a:gd name="connsiteX19" fmla="*/ 2254096 w 2254095"/>
              <a:gd name="connsiteY19" fmla="*/ 810923 h 4568981"/>
              <a:gd name="connsiteX20" fmla="*/ 2254096 w 2254095"/>
              <a:gd name="connsiteY20" fmla="*/ 385257 h 4568981"/>
              <a:gd name="connsiteX21" fmla="*/ 2254096 w 2254095"/>
              <a:gd name="connsiteY21" fmla="*/ 414618 h 4568981"/>
              <a:gd name="connsiteX22" fmla="*/ 1834008 w 2254095"/>
              <a:gd name="connsiteY22" fmla="*/ 1170113 h 4568981"/>
              <a:gd name="connsiteX23" fmla="*/ 1897335 w 2254095"/>
              <a:gd name="connsiteY23" fmla="*/ 2387121 h 4568981"/>
              <a:gd name="connsiteX24" fmla="*/ 2156416 w 2254095"/>
              <a:gd name="connsiteY24" fmla="*/ 3237463 h 4568981"/>
              <a:gd name="connsiteX25" fmla="*/ 2254096 w 2254095"/>
              <a:gd name="connsiteY25" fmla="*/ 3536014 h 4568981"/>
              <a:gd name="connsiteX26" fmla="*/ 2254096 w 2254095"/>
              <a:gd name="connsiteY26" fmla="*/ 3585315 h 4568981"/>
              <a:gd name="connsiteX27" fmla="*/ 2162340 w 2254095"/>
              <a:gd name="connsiteY27" fmla="*/ 3304290 h 4568981"/>
              <a:gd name="connsiteX28" fmla="*/ 2152255 w 2254095"/>
              <a:gd name="connsiteY28" fmla="*/ 3273823 h 4568981"/>
              <a:gd name="connsiteX29" fmla="*/ 2145354 w 2254095"/>
              <a:gd name="connsiteY29" fmla="*/ 3252969 h 4568981"/>
              <a:gd name="connsiteX30" fmla="*/ 1790230 w 2254095"/>
              <a:gd name="connsiteY30" fmla="*/ 1934760 h 4568981"/>
              <a:gd name="connsiteX31" fmla="*/ 2254096 w 2254095"/>
              <a:gd name="connsiteY31" fmla="*/ 385257 h 4568981"/>
              <a:gd name="connsiteX32" fmla="*/ 2254096 w 2254095"/>
              <a:gd name="connsiteY32" fmla="*/ 0 h 4568981"/>
              <a:gd name="connsiteX33" fmla="*/ 2254096 w 2254095"/>
              <a:gd name="connsiteY33" fmla="*/ 24812 h 4568981"/>
              <a:gd name="connsiteX34" fmla="*/ 1999887 w 2254095"/>
              <a:gd name="connsiteY34" fmla="*/ 245928 h 4568981"/>
              <a:gd name="connsiteX35" fmla="*/ 1594045 w 2254095"/>
              <a:gd name="connsiteY35" fmla="*/ 1186940 h 4568981"/>
              <a:gd name="connsiteX36" fmla="*/ 1779028 w 2254095"/>
              <a:gd name="connsiteY36" fmla="*/ 2471665 h 4568981"/>
              <a:gd name="connsiteX37" fmla="*/ 2254096 w 2254095"/>
              <a:gd name="connsiteY37" fmla="*/ 3766964 h 4568981"/>
              <a:gd name="connsiteX38" fmla="*/ 2254096 w 2254095"/>
              <a:gd name="connsiteY38" fmla="*/ 3804429 h 4568981"/>
              <a:gd name="connsiteX39" fmla="*/ 2205256 w 2254095"/>
              <a:gd name="connsiteY39" fmla="*/ 3683309 h 4568981"/>
              <a:gd name="connsiteX40" fmla="*/ 2205243 w 2254095"/>
              <a:gd name="connsiteY40" fmla="*/ 3683283 h 4568981"/>
              <a:gd name="connsiteX41" fmla="*/ 2094040 w 2254095"/>
              <a:gd name="connsiteY41" fmla="*/ 3405230 h 4568981"/>
              <a:gd name="connsiteX42" fmla="*/ 1640474 w 2254095"/>
              <a:gd name="connsiteY42" fmla="*/ 1999517 h 4568981"/>
              <a:gd name="connsiteX43" fmla="*/ 1640690 w 2254095"/>
              <a:gd name="connsiteY43" fmla="*/ 825134 h 4568981"/>
              <a:gd name="connsiteX44" fmla="*/ 2207679 w 2254095"/>
              <a:gd name="connsiteY44" fmla="*/ 33010 h 4568981"/>
              <a:gd name="connsiteX45" fmla="*/ 2254096 w 2254095"/>
              <a:gd name="connsiteY45" fmla="*/ 0 h 4568981"/>
              <a:gd name="connsiteX46" fmla="*/ 2254096 w 2254095"/>
              <a:gd name="connsiteY46" fmla="*/ 4002688 h 4568981"/>
              <a:gd name="connsiteX47" fmla="*/ 1539356 w 2254095"/>
              <a:gd name="connsiteY47" fmla="*/ 4027492 h 4568981"/>
              <a:gd name="connsiteX48" fmla="*/ 1539318 w 2254095"/>
              <a:gd name="connsiteY48" fmla="*/ 4027492 h 4568981"/>
              <a:gd name="connsiteX49" fmla="*/ 1539306 w 2254095"/>
              <a:gd name="connsiteY49" fmla="*/ 4027492 h 4568981"/>
              <a:gd name="connsiteX50" fmla="*/ 1000203 w 2254095"/>
              <a:gd name="connsiteY50" fmla="*/ 4029777 h 4568981"/>
              <a:gd name="connsiteX51" fmla="*/ 48583 w 2254095"/>
              <a:gd name="connsiteY51" fmla="*/ 4534806 h 4568981"/>
              <a:gd name="connsiteX52" fmla="*/ 25657 w 2254095"/>
              <a:gd name="connsiteY52" fmla="*/ 4568981 h 4568981"/>
              <a:gd name="connsiteX53" fmla="*/ 0 w 2254095"/>
              <a:gd name="connsiteY53" fmla="*/ 4568981 h 4568981"/>
              <a:gd name="connsiteX54" fmla="*/ 187831 w 2254095"/>
              <a:gd name="connsiteY54" fmla="*/ 4344788 h 4568981"/>
              <a:gd name="connsiteX55" fmla="*/ 646509 w 2254095"/>
              <a:gd name="connsiteY55" fmla="*/ 4084210 h 4568981"/>
              <a:gd name="connsiteX56" fmla="*/ 1257622 w 2254095"/>
              <a:gd name="connsiteY56" fmla="*/ 4007235 h 4568981"/>
              <a:gd name="connsiteX57" fmla="*/ 1524134 w 2254095"/>
              <a:gd name="connsiteY57" fmla="*/ 4012289 h 4568981"/>
              <a:gd name="connsiteX58" fmla="*/ 1524146 w 2254095"/>
              <a:gd name="connsiteY58" fmla="*/ 4012289 h 4568981"/>
              <a:gd name="connsiteX59" fmla="*/ 1524210 w 2254095"/>
              <a:gd name="connsiteY59" fmla="*/ 4012302 h 4568981"/>
              <a:gd name="connsiteX60" fmla="*/ 2254096 w 2254095"/>
              <a:gd name="connsiteY60" fmla="*/ 3982483 h 4568981"/>
              <a:gd name="connsiteX61" fmla="*/ 2254096 w 2254095"/>
              <a:gd name="connsiteY61" fmla="*/ 4083625 h 4568981"/>
              <a:gd name="connsiteX62" fmla="*/ 2209988 w 2254095"/>
              <a:gd name="connsiteY62" fmla="*/ 4096364 h 4568981"/>
              <a:gd name="connsiteX63" fmla="*/ 1481890 w 2254095"/>
              <a:gd name="connsiteY63" fmla="*/ 4160168 h 4568981"/>
              <a:gd name="connsiteX64" fmla="*/ 737074 w 2254095"/>
              <a:gd name="connsiteY64" fmla="*/ 4213940 h 4568981"/>
              <a:gd name="connsiteX65" fmla="*/ 210134 w 2254095"/>
              <a:gd name="connsiteY65" fmla="*/ 4458453 h 4568981"/>
              <a:gd name="connsiteX66" fmla="*/ 89150 w 2254095"/>
              <a:gd name="connsiteY66" fmla="*/ 4568981 h 4568981"/>
              <a:gd name="connsiteX67" fmla="*/ 60260 w 2254095"/>
              <a:gd name="connsiteY67" fmla="*/ 4568981 h 4568981"/>
              <a:gd name="connsiteX68" fmla="*/ 396428 w 2254095"/>
              <a:gd name="connsiteY68" fmla="*/ 4315972 h 4568981"/>
              <a:gd name="connsiteX69" fmla="*/ 1012068 w 2254095"/>
              <a:gd name="connsiteY69" fmla="*/ 4154923 h 4568981"/>
              <a:gd name="connsiteX70" fmla="*/ 1433113 w 2254095"/>
              <a:gd name="connsiteY70" fmla="*/ 4144128 h 4568981"/>
              <a:gd name="connsiteX71" fmla="*/ 1433139 w 2254095"/>
              <a:gd name="connsiteY71" fmla="*/ 4144128 h 4568981"/>
              <a:gd name="connsiteX72" fmla="*/ 1810197 w 2254095"/>
              <a:gd name="connsiteY72" fmla="*/ 4136331 h 4568981"/>
              <a:gd name="connsiteX73" fmla="*/ 2254096 w 2254095"/>
              <a:gd name="connsiteY73" fmla="*/ 4065718 h 4568981"/>
              <a:gd name="connsiteX74" fmla="*/ 2254096 w 2254095"/>
              <a:gd name="connsiteY74" fmla="*/ 4179028 h 4568981"/>
              <a:gd name="connsiteX75" fmla="*/ 1937054 w 2254095"/>
              <a:gd name="connsiteY75" fmla="*/ 4270468 h 4568981"/>
              <a:gd name="connsiteX76" fmla="*/ 1350973 w 2254095"/>
              <a:gd name="connsiteY76" fmla="*/ 4295754 h 4568981"/>
              <a:gd name="connsiteX77" fmla="*/ 1350973 w 2254095"/>
              <a:gd name="connsiteY77" fmla="*/ 4295754 h 4568981"/>
              <a:gd name="connsiteX78" fmla="*/ 1198311 w 2254095"/>
              <a:gd name="connsiteY78" fmla="*/ 4294916 h 4568981"/>
              <a:gd name="connsiteX79" fmla="*/ 508022 w 2254095"/>
              <a:gd name="connsiteY79" fmla="*/ 4389315 h 4568981"/>
              <a:gd name="connsiteX80" fmla="*/ 158919 w 2254095"/>
              <a:gd name="connsiteY80" fmla="*/ 4568981 h 4568981"/>
              <a:gd name="connsiteX81" fmla="*/ 120320 w 2254095"/>
              <a:gd name="connsiteY81" fmla="*/ 4568981 h 4568981"/>
              <a:gd name="connsiteX82" fmla="*/ 757148 w 2254095"/>
              <a:gd name="connsiteY82" fmla="*/ 4310498 h 4568981"/>
              <a:gd name="connsiteX83" fmla="*/ 1389842 w 2254095"/>
              <a:gd name="connsiteY83" fmla="*/ 4283054 h 4568981"/>
              <a:gd name="connsiteX84" fmla="*/ 1389855 w 2254095"/>
              <a:gd name="connsiteY84" fmla="*/ 4283054 h 4568981"/>
              <a:gd name="connsiteX85" fmla="*/ 1390045 w 2254095"/>
              <a:gd name="connsiteY85" fmla="*/ 4283054 h 4568981"/>
              <a:gd name="connsiteX86" fmla="*/ 1508175 w 2254095"/>
              <a:gd name="connsiteY86" fmla="*/ 4283663 h 4568981"/>
              <a:gd name="connsiteX87" fmla="*/ 2212195 w 2254095"/>
              <a:gd name="connsiteY87" fmla="*/ 4176678 h 4568981"/>
              <a:gd name="connsiteX88" fmla="*/ 2254096 w 2254095"/>
              <a:gd name="connsiteY88" fmla="*/ 4156981 h 4568981"/>
              <a:gd name="connsiteX89" fmla="*/ 2254096 w 2254095"/>
              <a:gd name="connsiteY89" fmla="*/ 4299005 h 4568981"/>
              <a:gd name="connsiteX90" fmla="*/ 1689898 w 2254095"/>
              <a:gd name="connsiteY90" fmla="*/ 4436571 h 4568981"/>
              <a:gd name="connsiteX91" fmla="*/ 1338579 w 2254095"/>
              <a:gd name="connsiteY91" fmla="*/ 4424646 h 4568981"/>
              <a:gd name="connsiteX92" fmla="*/ 1338567 w 2254095"/>
              <a:gd name="connsiteY92" fmla="*/ 4424646 h 4568981"/>
              <a:gd name="connsiteX93" fmla="*/ 930255 w 2254095"/>
              <a:gd name="connsiteY93" fmla="*/ 4413597 h 4568981"/>
              <a:gd name="connsiteX94" fmla="*/ 233574 w 2254095"/>
              <a:gd name="connsiteY94" fmla="*/ 4568981 h 4568981"/>
              <a:gd name="connsiteX95" fmla="*/ 196218 w 2254095"/>
              <a:gd name="connsiteY95" fmla="*/ 4568981 h 4568981"/>
              <a:gd name="connsiteX96" fmla="*/ 509654 w 2254095"/>
              <a:gd name="connsiteY96" fmla="*/ 4453856 h 4568981"/>
              <a:gd name="connsiteX97" fmla="*/ 1203260 w 2254095"/>
              <a:gd name="connsiteY97" fmla="*/ 4402180 h 4568981"/>
              <a:gd name="connsiteX98" fmla="*/ 1355325 w 2254095"/>
              <a:gd name="connsiteY98" fmla="*/ 4409495 h 4568981"/>
              <a:gd name="connsiteX99" fmla="*/ 1355363 w 2254095"/>
              <a:gd name="connsiteY99" fmla="*/ 4409495 h 4568981"/>
              <a:gd name="connsiteX100" fmla="*/ 1966713 w 2254095"/>
              <a:gd name="connsiteY100" fmla="*/ 4393341 h 4568981"/>
              <a:gd name="connsiteX101" fmla="*/ 2254096 w 2254095"/>
              <a:gd name="connsiteY101" fmla="*/ 4274011 h 4568981"/>
              <a:gd name="connsiteX102" fmla="*/ 2254096 w 2254095"/>
              <a:gd name="connsiteY102" fmla="*/ 4453869 h 4568981"/>
              <a:gd name="connsiteX103" fmla="*/ 2105216 w 2254095"/>
              <a:gd name="connsiteY103" fmla="*/ 4533447 h 4568981"/>
              <a:gd name="connsiteX104" fmla="*/ 1926829 w 2254095"/>
              <a:gd name="connsiteY104" fmla="*/ 4568981 h 4568981"/>
              <a:gd name="connsiteX105" fmla="*/ 1681906 w 2254095"/>
              <a:gd name="connsiteY105" fmla="*/ 4568981 h 4568981"/>
              <a:gd name="connsiteX106" fmla="*/ 1443465 w 2254095"/>
              <a:gd name="connsiteY106" fmla="*/ 4547175 h 4568981"/>
              <a:gd name="connsiteX107" fmla="*/ 649399 w 2254095"/>
              <a:gd name="connsiteY107" fmla="*/ 4513648 h 4568981"/>
              <a:gd name="connsiteX108" fmla="*/ 350960 w 2254095"/>
              <a:gd name="connsiteY108" fmla="*/ 4568981 h 4568981"/>
              <a:gd name="connsiteX109" fmla="*/ 286576 w 2254095"/>
              <a:gd name="connsiteY109" fmla="*/ 4568981 h 4568981"/>
              <a:gd name="connsiteX110" fmla="*/ 891907 w 2254095"/>
              <a:gd name="connsiteY110" fmla="*/ 4486914 h 4568981"/>
              <a:gd name="connsiteX111" fmla="*/ 1343349 w 2254095"/>
              <a:gd name="connsiteY111" fmla="*/ 4523884 h 4568981"/>
              <a:gd name="connsiteX112" fmla="*/ 1343387 w 2254095"/>
              <a:gd name="connsiteY112" fmla="*/ 4523884 h 4568981"/>
              <a:gd name="connsiteX113" fmla="*/ 1687729 w 2254095"/>
              <a:gd name="connsiteY113" fmla="*/ 4556256 h 4568981"/>
              <a:gd name="connsiteX114" fmla="*/ 2254096 w 2254095"/>
              <a:gd name="connsiteY114" fmla="*/ 4427478 h 4568981"/>
              <a:gd name="connsiteX115" fmla="*/ 794103 w 2254095"/>
              <a:gd name="connsiteY115" fmla="*/ 4568981 h 4568981"/>
              <a:gd name="connsiteX116" fmla="*/ 680318 w 2254095"/>
              <a:gd name="connsiteY116" fmla="*/ 4568981 h 4568981"/>
              <a:gd name="connsiteX117" fmla="*/ 449567 w 2254095"/>
              <a:gd name="connsiteY117" fmla="*/ 4568981 h 4568981"/>
              <a:gd name="connsiteX118" fmla="*/ 643391 w 2254095"/>
              <a:gd name="connsiteY118" fmla="*/ 4554796 h 4568981"/>
              <a:gd name="connsiteX119" fmla="*/ 986916 w 2254095"/>
              <a:gd name="connsiteY119" fmla="*/ 4568981 h 4568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2254095" h="4568981">
                <a:moveTo>
                  <a:pt x="2254096" y="1324093"/>
                </a:moveTo>
                <a:cubicBezTo>
                  <a:pt x="2201843" y="1442305"/>
                  <a:pt x="2165194" y="1569749"/>
                  <a:pt x="2146978" y="1706858"/>
                </a:cubicBezTo>
                <a:cubicBezTo>
                  <a:pt x="2106903" y="2008090"/>
                  <a:pt x="2172324" y="2355638"/>
                  <a:pt x="2254096" y="2708622"/>
                </a:cubicBezTo>
                <a:lnTo>
                  <a:pt x="2254096" y="2777837"/>
                </a:lnTo>
                <a:cubicBezTo>
                  <a:pt x="2231668" y="2684073"/>
                  <a:pt x="2209962" y="2590626"/>
                  <a:pt x="2190782" y="2498259"/>
                </a:cubicBezTo>
                <a:cubicBezTo>
                  <a:pt x="2101372" y="2067716"/>
                  <a:pt x="2087722" y="1675540"/>
                  <a:pt x="2220682" y="1350420"/>
                </a:cubicBezTo>
                <a:cubicBezTo>
                  <a:pt x="2231135" y="1324842"/>
                  <a:pt x="2242286" y="1299646"/>
                  <a:pt x="2254096" y="1274830"/>
                </a:cubicBezTo>
                <a:close/>
                <a:moveTo>
                  <a:pt x="2254096" y="810923"/>
                </a:moveTo>
                <a:lnTo>
                  <a:pt x="2254096" y="848534"/>
                </a:lnTo>
                <a:cubicBezTo>
                  <a:pt x="2135662" y="1016123"/>
                  <a:pt x="2050744" y="1206092"/>
                  <a:pt x="2004593" y="1416016"/>
                </a:cubicBezTo>
                <a:cubicBezTo>
                  <a:pt x="1924483" y="1779045"/>
                  <a:pt x="1989218" y="2204546"/>
                  <a:pt x="2105990" y="2653237"/>
                </a:cubicBezTo>
                <a:cubicBezTo>
                  <a:pt x="2137831" y="2775576"/>
                  <a:pt x="2172615" y="2899033"/>
                  <a:pt x="2207413" y="3022502"/>
                </a:cubicBezTo>
                <a:lnTo>
                  <a:pt x="2207413" y="3022515"/>
                </a:lnTo>
                <a:cubicBezTo>
                  <a:pt x="2223067" y="3078027"/>
                  <a:pt x="2238708" y="3133551"/>
                  <a:pt x="2254096" y="3188987"/>
                </a:cubicBezTo>
                <a:lnTo>
                  <a:pt x="2254096" y="3247496"/>
                </a:lnTo>
                <a:cubicBezTo>
                  <a:pt x="2233228" y="3171346"/>
                  <a:pt x="2211700" y="3094943"/>
                  <a:pt x="2190173" y="3018553"/>
                </a:cubicBezTo>
                <a:lnTo>
                  <a:pt x="2190173" y="3018540"/>
                </a:lnTo>
                <a:lnTo>
                  <a:pt x="2190160" y="3018527"/>
                </a:lnTo>
                <a:cubicBezTo>
                  <a:pt x="2110011" y="2734136"/>
                  <a:pt x="2029850" y="2449720"/>
                  <a:pt x="1984194" y="2177762"/>
                </a:cubicBezTo>
                <a:cubicBezTo>
                  <a:pt x="1892553" y="1632551"/>
                  <a:pt x="1992592" y="1168469"/>
                  <a:pt x="2254096" y="810923"/>
                </a:cubicBezTo>
                <a:close/>
                <a:moveTo>
                  <a:pt x="2254096" y="385257"/>
                </a:moveTo>
                <a:lnTo>
                  <a:pt x="2254096" y="414618"/>
                </a:lnTo>
                <a:cubicBezTo>
                  <a:pt x="2045517" y="621282"/>
                  <a:pt x="1903399" y="876172"/>
                  <a:pt x="1834008" y="1170113"/>
                </a:cubicBezTo>
                <a:cubicBezTo>
                  <a:pt x="1749559" y="1527903"/>
                  <a:pt x="1785130" y="1941999"/>
                  <a:pt x="1897335" y="2387121"/>
                </a:cubicBezTo>
                <a:cubicBezTo>
                  <a:pt x="1967449" y="2665200"/>
                  <a:pt x="2061933" y="2951319"/>
                  <a:pt x="2156416" y="3237463"/>
                </a:cubicBezTo>
                <a:cubicBezTo>
                  <a:pt x="2189323" y="3337094"/>
                  <a:pt x="2222217" y="3436713"/>
                  <a:pt x="2254096" y="3536014"/>
                </a:cubicBezTo>
                <a:lnTo>
                  <a:pt x="2254096" y="3585315"/>
                </a:lnTo>
                <a:cubicBezTo>
                  <a:pt x="2224284" y="3491869"/>
                  <a:pt x="2193357" y="3398080"/>
                  <a:pt x="2162340" y="3304290"/>
                </a:cubicBezTo>
                <a:cubicBezTo>
                  <a:pt x="2158991" y="3294142"/>
                  <a:pt x="2155617" y="3283983"/>
                  <a:pt x="2152255" y="3273823"/>
                </a:cubicBezTo>
                <a:lnTo>
                  <a:pt x="2145354" y="3252969"/>
                </a:lnTo>
                <a:cubicBezTo>
                  <a:pt x="1996474" y="2803478"/>
                  <a:pt x="1846821" y="2351650"/>
                  <a:pt x="1790230" y="1934760"/>
                </a:cubicBezTo>
                <a:cubicBezTo>
                  <a:pt x="1703599" y="1294820"/>
                  <a:pt x="1865748" y="758802"/>
                  <a:pt x="2254096" y="385257"/>
                </a:cubicBezTo>
                <a:close/>
                <a:moveTo>
                  <a:pt x="2254096" y="0"/>
                </a:moveTo>
                <a:lnTo>
                  <a:pt x="2254096" y="24812"/>
                </a:lnTo>
                <a:cubicBezTo>
                  <a:pt x="2159460" y="91656"/>
                  <a:pt x="2074656" y="165752"/>
                  <a:pt x="1999887" y="245928"/>
                </a:cubicBezTo>
                <a:cubicBezTo>
                  <a:pt x="1765074" y="497300"/>
                  <a:pt x="1625619" y="814550"/>
                  <a:pt x="1594045" y="1186940"/>
                </a:cubicBezTo>
                <a:cubicBezTo>
                  <a:pt x="1561125" y="1574690"/>
                  <a:pt x="1643329" y="2019012"/>
                  <a:pt x="1779028" y="2471665"/>
                </a:cubicBezTo>
                <a:cubicBezTo>
                  <a:pt x="1905555" y="2893712"/>
                  <a:pt x="2078120" y="3330084"/>
                  <a:pt x="2254096" y="3766964"/>
                </a:cubicBezTo>
                <a:lnTo>
                  <a:pt x="2254096" y="3804429"/>
                </a:lnTo>
                <a:cubicBezTo>
                  <a:pt x="2237884" y="3764081"/>
                  <a:pt x="2221570" y="3723695"/>
                  <a:pt x="2205256" y="3683309"/>
                </a:cubicBezTo>
                <a:lnTo>
                  <a:pt x="2205243" y="3683283"/>
                </a:lnTo>
                <a:cubicBezTo>
                  <a:pt x="2167757" y="3590497"/>
                  <a:pt x="2130271" y="3497698"/>
                  <a:pt x="2094040" y="3405230"/>
                </a:cubicBezTo>
                <a:cubicBezTo>
                  <a:pt x="1905835" y="2925436"/>
                  <a:pt x="1734082" y="2448805"/>
                  <a:pt x="1640474" y="1999517"/>
                </a:cubicBezTo>
                <a:cubicBezTo>
                  <a:pt x="1550761" y="1568784"/>
                  <a:pt x="1537986" y="1166621"/>
                  <a:pt x="1640690" y="825134"/>
                </a:cubicBezTo>
                <a:cubicBezTo>
                  <a:pt x="1737723" y="503704"/>
                  <a:pt x="1931980" y="235970"/>
                  <a:pt x="2207679" y="33010"/>
                </a:cubicBezTo>
                <a:cubicBezTo>
                  <a:pt x="2222876" y="21814"/>
                  <a:pt x="2238353" y="10809"/>
                  <a:pt x="2254096" y="0"/>
                </a:cubicBezTo>
                <a:close/>
                <a:moveTo>
                  <a:pt x="2254096" y="4002688"/>
                </a:moveTo>
                <a:cubicBezTo>
                  <a:pt x="2043538" y="4042465"/>
                  <a:pt x="1791384" y="4034972"/>
                  <a:pt x="1539356" y="4027492"/>
                </a:cubicBezTo>
                <a:lnTo>
                  <a:pt x="1539318" y="4027492"/>
                </a:lnTo>
                <a:lnTo>
                  <a:pt x="1539306" y="4027492"/>
                </a:lnTo>
                <a:cubicBezTo>
                  <a:pt x="1354018" y="4021992"/>
                  <a:pt x="1168790" y="4016481"/>
                  <a:pt x="1000203" y="4029777"/>
                </a:cubicBezTo>
                <a:cubicBezTo>
                  <a:pt x="546217" y="4065833"/>
                  <a:pt x="233340" y="4270443"/>
                  <a:pt x="48583" y="4534806"/>
                </a:cubicBezTo>
                <a:cubicBezTo>
                  <a:pt x="40721" y="4546045"/>
                  <a:pt x="33079" y="4557437"/>
                  <a:pt x="25657" y="4568981"/>
                </a:cubicBezTo>
                <a:lnTo>
                  <a:pt x="0" y="4568981"/>
                </a:lnTo>
                <a:cubicBezTo>
                  <a:pt x="51487" y="4486724"/>
                  <a:pt x="114156" y="4411692"/>
                  <a:pt x="187831" y="4344788"/>
                </a:cubicBezTo>
                <a:cubicBezTo>
                  <a:pt x="310358" y="4233778"/>
                  <a:pt x="471018" y="4142223"/>
                  <a:pt x="646509" y="4084210"/>
                </a:cubicBezTo>
                <a:cubicBezTo>
                  <a:pt x="822001" y="4026196"/>
                  <a:pt x="1028144" y="4006511"/>
                  <a:pt x="1257622" y="4007235"/>
                </a:cubicBezTo>
                <a:cubicBezTo>
                  <a:pt x="1344554" y="4007476"/>
                  <a:pt x="1434154" y="4009877"/>
                  <a:pt x="1524134" y="4012289"/>
                </a:cubicBezTo>
                <a:lnTo>
                  <a:pt x="1524146" y="4012289"/>
                </a:lnTo>
                <a:lnTo>
                  <a:pt x="1524210" y="4012302"/>
                </a:lnTo>
                <a:cubicBezTo>
                  <a:pt x="1782390" y="4019224"/>
                  <a:pt x="2043703" y="4026247"/>
                  <a:pt x="2254096" y="3982483"/>
                </a:cubicBezTo>
                <a:close/>
                <a:moveTo>
                  <a:pt x="2254096" y="4083625"/>
                </a:moveTo>
                <a:cubicBezTo>
                  <a:pt x="2239875" y="4088134"/>
                  <a:pt x="2225173" y="4092376"/>
                  <a:pt x="2209988" y="4096364"/>
                </a:cubicBezTo>
                <a:cubicBezTo>
                  <a:pt x="1998808" y="4151723"/>
                  <a:pt x="1746476" y="4159102"/>
                  <a:pt x="1481890" y="4160168"/>
                </a:cubicBezTo>
                <a:cubicBezTo>
                  <a:pt x="1217305" y="4161223"/>
                  <a:pt x="958348" y="4162899"/>
                  <a:pt x="737074" y="4213940"/>
                </a:cubicBezTo>
                <a:cubicBezTo>
                  <a:pt x="524950" y="4262797"/>
                  <a:pt x="350648" y="4347544"/>
                  <a:pt x="210134" y="4458453"/>
                </a:cubicBezTo>
                <a:cubicBezTo>
                  <a:pt x="166549" y="4492832"/>
                  <a:pt x="126194" y="4529713"/>
                  <a:pt x="89150" y="4568981"/>
                </a:cubicBezTo>
                <a:lnTo>
                  <a:pt x="60260" y="4568981"/>
                </a:lnTo>
                <a:cubicBezTo>
                  <a:pt x="151529" y="4469058"/>
                  <a:pt x="263861" y="4383981"/>
                  <a:pt x="396428" y="4315972"/>
                </a:cubicBezTo>
                <a:cubicBezTo>
                  <a:pt x="565356" y="4229574"/>
                  <a:pt x="773736" y="4173211"/>
                  <a:pt x="1012068" y="4154923"/>
                </a:cubicBezTo>
                <a:cubicBezTo>
                  <a:pt x="1146876" y="4144649"/>
                  <a:pt x="1289980" y="4144382"/>
                  <a:pt x="1433113" y="4144128"/>
                </a:cubicBezTo>
                <a:lnTo>
                  <a:pt x="1433139" y="4144128"/>
                </a:lnTo>
                <a:cubicBezTo>
                  <a:pt x="1560745" y="4143900"/>
                  <a:pt x="1688376" y="4143658"/>
                  <a:pt x="1810197" y="4136331"/>
                </a:cubicBezTo>
                <a:cubicBezTo>
                  <a:pt x="1969466" y="4126589"/>
                  <a:pt x="2125006" y="4108149"/>
                  <a:pt x="2254096" y="4065718"/>
                </a:cubicBezTo>
                <a:close/>
                <a:moveTo>
                  <a:pt x="2254096" y="4179028"/>
                </a:moveTo>
                <a:cubicBezTo>
                  <a:pt x="2162391" y="4222310"/>
                  <a:pt x="2054169" y="4251596"/>
                  <a:pt x="1937054" y="4270468"/>
                </a:cubicBezTo>
                <a:cubicBezTo>
                  <a:pt x="1757856" y="4299208"/>
                  <a:pt x="1554909" y="4297481"/>
                  <a:pt x="1350973" y="4295754"/>
                </a:cubicBezTo>
                <a:lnTo>
                  <a:pt x="1350973" y="4295754"/>
                </a:lnTo>
                <a:cubicBezTo>
                  <a:pt x="1300027" y="4295309"/>
                  <a:pt x="1249021" y="4294877"/>
                  <a:pt x="1198311" y="4294916"/>
                </a:cubicBezTo>
                <a:cubicBezTo>
                  <a:pt x="941161" y="4295119"/>
                  <a:pt x="701949" y="4320747"/>
                  <a:pt x="508022" y="4389315"/>
                </a:cubicBezTo>
                <a:cubicBezTo>
                  <a:pt x="376500" y="4435987"/>
                  <a:pt x="259801" y="4496299"/>
                  <a:pt x="158919" y="4568981"/>
                </a:cubicBezTo>
                <a:lnTo>
                  <a:pt x="120320" y="4568981"/>
                </a:lnTo>
                <a:cubicBezTo>
                  <a:pt x="286085" y="4442312"/>
                  <a:pt x="498368" y="4350935"/>
                  <a:pt x="757148" y="4310498"/>
                </a:cubicBezTo>
                <a:cubicBezTo>
                  <a:pt x="951394" y="4280094"/>
                  <a:pt x="1169838" y="4281568"/>
                  <a:pt x="1389842" y="4283054"/>
                </a:cubicBezTo>
                <a:lnTo>
                  <a:pt x="1389855" y="4283054"/>
                </a:lnTo>
                <a:lnTo>
                  <a:pt x="1390045" y="4283054"/>
                </a:lnTo>
                <a:cubicBezTo>
                  <a:pt x="1429422" y="4283320"/>
                  <a:pt x="1468836" y="4283574"/>
                  <a:pt x="1508175" y="4283663"/>
                </a:cubicBezTo>
                <a:cubicBezTo>
                  <a:pt x="1774689" y="4284260"/>
                  <a:pt x="2022518" y="4257946"/>
                  <a:pt x="2212195" y="4176678"/>
                </a:cubicBezTo>
                <a:cubicBezTo>
                  <a:pt x="2226669" y="4170468"/>
                  <a:pt x="2240636" y="4163902"/>
                  <a:pt x="2254096" y="4156981"/>
                </a:cubicBezTo>
                <a:close/>
                <a:moveTo>
                  <a:pt x="2254096" y="4299005"/>
                </a:moveTo>
                <a:cubicBezTo>
                  <a:pt x="2114325" y="4389733"/>
                  <a:pt x="1927641" y="4435454"/>
                  <a:pt x="1689898" y="4436571"/>
                </a:cubicBezTo>
                <a:cubicBezTo>
                  <a:pt x="1576158" y="4437105"/>
                  <a:pt x="1457381" y="4430869"/>
                  <a:pt x="1338579" y="4424646"/>
                </a:cubicBezTo>
                <a:lnTo>
                  <a:pt x="1338567" y="4424646"/>
                </a:lnTo>
                <a:cubicBezTo>
                  <a:pt x="1199809" y="4417369"/>
                  <a:pt x="1061030" y="4410092"/>
                  <a:pt x="930255" y="4413597"/>
                </a:cubicBezTo>
                <a:cubicBezTo>
                  <a:pt x="658368" y="4420988"/>
                  <a:pt x="425638" y="4477440"/>
                  <a:pt x="233574" y="4568981"/>
                </a:cubicBezTo>
                <a:lnTo>
                  <a:pt x="196218" y="4568981"/>
                </a:lnTo>
                <a:cubicBezTo>
                  <a:pt x="291221" y="4522131"/>
                  <a:pt x="395965" y="4483587"/>
                  <a:pt x="509654" y="4453856"/>
                </a:cubicBezTo>
                <a:cubicBezTo>
                  <a:pt x="710821" y="4401341"/>
                  <a:pt x="937216" y="4391537"/>
                  <a:pt x="1203260" y="4402180"/>
                </a:cubicBezTo>
                <a:cubicBezTo>
                  <a:pt x="1253648" y="4404186"/>
                  <a:pt x="1304506" y="4406841"/>
                  <a:pt x="1355325" y="4409495"/>
                </a:cubicBezTo>
                <a:lnTo>
                  <a:pt x="1355363" y="4409495"/>
                </a:lnTo>
                <a:cubicBezTo>
                  <a:pt x="1572860" y="4420836"/>
                  <a:pt x="1789722" y="4432139"/>
                  <a:pt x="1966713" y="4393341"/>
                </a:cubicBezTo>
                <a:cubicBezTo>
                  <a:pt x="2078868" y="4368829"/>
                  <a:pt x="2175787" y="4328710"/>
                  <a:pt x="2254096" y="4274011"/>
                </a:cubicBezTo>
                <a:close/>
                <a:moveTo>
                  <a:pt x="2254096" y="4453869"/>
                </a:moveTo>
                <a:cubicBezTo>
                  <a:pt x="2211675" y="4486406"/>
                  <a:pt x="2162188" y="4513343"/>
                  <a:pt x="2105216" y="4533447"/>
                </a:cubicBezTo>
                <a:cubicBezTo>
                  <a:pt x="2051695" y="4552332"/>
                  <a:pt x="1991603" y="4563444"/>
                  <a:pt x="1926829" y="4568981"/>
                </a:cubicBezTo>
                <a:lnTo>
                  <a:pt x="1681906" y="4568981"/>
                </a:lnTo>
                <a:cubicBezTo>
                  <a:pt x="1604396" y="4564193"/>
                  <a:pt x="1524159" y="4556040"/>
                  <a:pt x="1443465" y="4547175"/>
                </a:cubicBezTo>
                <a:cubicBezTo>
                  <a:pt x="1163434" y="4516315"/>
                  <a:pt x="885583" y="4486050"/>
                  <a:pt x="649399" y="4513648"/>
                </a:cubicBezTo>
                <a:cubicBezTo>
                  <a:pt x="544141" y="4525903"/>
                  <a:pt x="444498" y="4544445"/>
                  <a:pt x="350960" y="4568981"/>
                </a:cubicBezTo>
                <a:lnTo>
                  <a:pt x="286576" y="4568981"/>
                </a:lnTo>
                <a:cubicBezTo>
                  <a:pt x="463727" y="4517013"/>
                  <a:pt x="663223" y="4481821"/>
                  <a:pt x="891907" y="4486914"/>
                </a:cubicBezTo>
                <a:cubicBezTo>
                  <a:pt x="1036188" y="4490127"/>
                  <a:pt x="1189757" y="4507005"/>
                  <a:pt x="1343349" y="4523884"/>
                </a:cubicBezTo>
                <a:lnTo>
                  <a:pt x="1343387" y="4523884"/>
                </a:lnTo>
                <a:cubicBezTo>
                  <a:pt x="1459487" y="4536647"/>
                  <a:pt x="1575612" y="4549398"/>
                  <a:pt x="1687729" y="4556256"/>
                </a:cubicBezTo>
                <a:cubicBezTo>
                  <a:pt x="1935697" y="4571648"/>
                  <a:pt x="2129548" y="4528532"/>
                  <a:pt x="2254096" y="4427478"/>
                </a:cubicBezTo>
                <a:close/>
                <a:moveTo>
                  <a:pt x="794103" y="4568981"/>
                </a:moveTo>
                <a:cubicBezTo>
                  <a:pt x="755523" y="4568131"/>
                  <a:pt x="717612" y="4568143"/>
                  <a:pt x="680318" y="4568981"/>
                </a:cubicBezTo>
                <a:lnTo>
                  <a:pt x="449567" y="4568981"/>
                </a:lnTo>
                <a:cubicBezTo>
                  <a:pt x="512293" y="4562085"/>
                  <a:pt x="576936" y="4557336"/>
                  <a:pt x="643391" y="4554796"/>
                </a:cubicBezTo>
                <a:cubicBezTo>
                  <a:pt x="752953" y="4550554"/>
                  <a:pt x="867842" y="4556574"/>
                  <a:pt x="986916" y="4568981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 sz="135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21970" y="1127250"/>
            <a:ext cx="8100000" cy="54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6"/>
            </p:custDataLst>
          </p:nvPr>
        </p:nvSpPr>
        <p:spPr>
          <a:xfrm>
            <a:off x="521970" y="1833562"/>
            <a:ext cx="8100000" cy="3655219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7"/>
            </p:custDataLst>
          </p:nvPr>
        </p:nvSpPr>
        <p:spPr>
          <a:xfrm>
            <a:off x="521970" y="5624513"/>
            <a:ext cx="20574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3028950" y="562451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6565487" y="5624513"/>
            <a:ext cx="20574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KSO_TEMPLATE" hidden="1"/>
          <p:cNvSpPr/>
          <p:nvPr userDrawn="1">
            <p:custDataLst>
              <p:tags r:id="rId10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slideLayout" Target="../slideLayouts/slideLayout2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0" Type="http://schemas.openxmlformats.org/officeDocument/2006/relationships/tags" Target="../tags/tag27.xml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37.xml"/><Relationship Id="rId13" Type="http://schemas.openxmlformats.org/officeDocument/2006/relationships/slideLayout" Target="../slideLayouts/slideLayout2.xml"/><Relationship Id="rId3" Type="http://schemas.openxmlformats.org/officeDocument/2006/relationships/tags" Target="../tags/tag32.xml"/><Relationship Id="rId7" Type="http://schemas.openxmlformats.org/officeDocument/2006/relationships/tags" Target="../tags/tag36.xml"/><Relationship Id="rId12" Type="http://schemas.openxmlformats.org/officeDocument/2006/relationships/tags" Target="../tags/tag41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11" Type="http://schemas.openxmlformats.org/officeDocument/2006/relationships/tags" Target="../tags/tag40.xml"/><Relationship Id="rId5" Type="http://schemas.openxmlformats.org/officeDocument/2006/relationships/tags" Target="../tags/tag34.xml"/><Relationship Id="rId10" Type="http://schemas.openxmlformats.org/officeDocument/2006/relationships/tags" Target="../tags/tag39.xml"/><Relationship Id="rId4" Type="http://schemas.openxmlformats.org/officeDocument/2006/relationships/tags" Target="../tags/tag33.xml"/><Relationship Id="rId9" Type="http://schemas.openxmlformats.org/officeDocument/2006/relationships/tags" Target="../tags/tag38.xml"/><Relationship Id="rId1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52.xml"/><Relationship Id="rId13" Type="http://schemas.openxmlformats.org/officeDocument/2006/relationships/tags" Target="../tags/tag57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47.xml"/><Relationship Id="rId7" Type="http://schemas.openxmlformats.org/officeDocument/2006/relationships/tags" Target="../tags/tag51.xml"/><Relationship Id="rId12" Type="http://schemas.openxmlformats.org/officeDocument/2006/relationships/tags" Target="../tags/tag56.xml"/><Relationship Id="rId17" Type="http://schemas.openxmlformats.org/officeDocument/2006/relationships/tags" Target="../tags/tag61.xml"/><Relationship Id="rId2" Type="http://schemas.openxmlformats.org/officeDocument/2006/relationships/tags" Target="../tags/tag46.xml"/><Relationship Id="rId16" Type="http://schemas.openxmlformats.org/officeDocument/2006/relationships/tags" Target="../tags/tag60.xml"/><Relationship Id="rId1" Type="http://schemas.openxmlformats.org/officeDocument/2006/relationships/tags" Target="../tags/tag45.xml"/><Relationship Id="rId6" Type="http://schemas.openxmlformats.org/officeDocument/2006/relationships/tags" Target="../tags/tag50.xml"/><Relationship Id="rId11" Type="http://schemas.openxmlformats.org/officeDocument/2006/relationships/tags" Target="../tags/tag55.xml"/><Relationship Id="rId5" Type="http://schemas.openxmlformats.org/officeDocument/2006/relationships/tags" Target="../tags/tag49.xml"/><Relationship Id="rId15" Type="http://schemas.openxmlformats.org/officeDocument/2006/relationships/tags" Target="../tags/tag59.xml"/><Relationship Id="rId10" Type="http://schemas.openxmlformats.org/officeDocument/2006/relationships/tags" Target="../tags/tag54.xml"/><Relationship Id="rId4" Type="http://schemas.openxmlformats.org/officeDocument/2006/relationships/tags" Target="../tags/tag48.xml"/><Relationship Id="rId9" Type="http://schemas.openxmlformats.org/officeDocument/2006/relationships/tags" Target="../tags/tag53.xml"/><Relationship Id="rId14" Type="http://schemas.openxmlformats.org/officeDocument/2006/relationships/tags" Target="../tags/tag5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73.xml"/><Relationship Id="rId13" Type="http://schemas.openxmlformats.org/officeDocument/2006/relationships/tags" Target="../tags/tag78.xml"/><Relationship Id="rId3" Type="http://schemas.openxmlformats.org/officeDocument/2006/relationships/tags" Target="../tags/tag68.xml"/><Relationship Id="rId7" Type="http://schemas.openxmlformats.org/officeDocument/2006/relationships/tags" Target="../tags/tag72.xml"/><Relationship Id="rId12" Type="http://schemas.openxmlformats.org/officeDocument/2006/relationships/tags" Target="../tags/tag77.xml"/><Relationship Id="rId2" Type="http://schemas.openxmlformats.org/officeDocument/2006/relationships/tags" Target="../tags/tag67.xml"/><Relationship Id="rId16" Type="http://schemas.openxmlformats.org/officeDocument/2006/relationships/notesSlide" Target="../notesSlides/notesSlide4.xml"/><Relationship Id="rId1" Type="http://schemas.openxmlformats.org/officeDocument/2006/relationships/tags" Target="../tags/tag66.xml"/><Relationship Id="rId6" Type="http://schemas.openxmlformats.org/officeDocument/2006/relationships/tags" Target="../tags/tag71.xml"/><Relationship Id="rId11" Type="http://schemas.openxmlformats.org/officeDocument/2006/relationships/tags" Target="../tags/tag76.xml"/><Relationship Id="rId5" Type="http://schemas.openxmlformats.org/officeDocument/2006/relationships/tags" Target="../tags/tag70.xml"/><Relationship Id="rId15" Type="http://schemas.openxmlformats.org/officeDocument/2006/relationships/slideLayout" Target="../slideLayouts/slideLayout2.xml"/><Relationship Id="rId10" Type="http://schemas.openxmlformats.org/officeDocument/2006/relationships/tags" Target="../tags/tag75.xml"/><Relationship Id="rId4" Type="http://schemas.openxmlformats.org/officeDocument/2006/relationships/tags" Target="../tags/tag69.xml"/><Relationship Id="rId9" Type="http://schemas.openxmlformats.org/officeDocument/2006/relationships/tags" Target="../tags/tag74.xml"/><Relationship Id="rId14" Type="http://schemas.openxmlformats.org/officeDocument/2006/relationships/tags" Target="../tags/tag7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820388" y="3456430"/>
            <a:ext cx="7532342" cy="1350000"/>
          </a:xfrm>
        </p:spPr>
        <p:txBody>
          <a:bodyPr wrap="square">
            <a:normAutofit fontScale="90000"/>
          </a:bodyPr>
          <a:lstStyle/>
          <a:p>
            <a:r>
              <a:rPr lang="en-US" dirty="0"/>
              <a:t>Global Cyber Attacks Analysis using PySpark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464959" y="5147492"/>
            <a:ext cx="32581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TEAM 15:</a:t>
            </a:r>
          </a:p>
          <a:p>
            <a:r>
              <a:rPr lang="en-IN" dirty="0" smtClean="0"/>
              <a:t>                P. </a:t>
            </a:r>
            <a:r>
              <a:rPr lang="en-IN" dirty="0" err="1" smtClean="0"/>
              <a:t>Kavyanjali</a:t>
            </a:r>
            <a:endParaRPr lang="en-IN" dirty="0" smtClean="0"/>
          </a:p>
          <a:p>
            <a:r>
              <a:rPr lang="en-IN" dirty="0" smtClean="0"/>
              <a:t>                D. </a:t>
            </a:r>
            <a:r>
              <a:rPr lang="en-IN" dirty="0" err="1" smtClean="0"/>
              <a:t>Aksitha</a:t>
            </a:r>
            <a:endParaRPr lang="en-IN" dirty="0" smtClean="0"/>
          </a:p>
          <a:p>
            <a:r>
              <a:rPr lang="en-IN" dirty="0" smtClean="0"/>
              <a:t>                K. </a:t>
            </a:r>
            <a:r>
              <a:rPr lang="en-IN" dirty="0" err="1" smtClean="0"/>
              <a:t>Vedhanjali</a:t>
            </a:r>
            <a:endParaRPr lang="en-IN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7" name="任意多边形 19"/>
          <p:cNvSpPr/>
          <p:nvPr>
            <p:custDataLst>
              <p:tags r:id="rId3"/>
            </p:custDataLst>
          </p:nvPr>
        </p:nvSpPr>
        <p:spPr>
          <a:xfrm>
            <a:off x="708801" y="3120505"/>
            <a:ext cx="3777484" cy="1039595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79">
                <a:moveTo>
                  <a:pt x="2189" y="0"/>
                </a:moveTo>
                <a:lnTo>
                  <a:pt x="2366" y="0"/>
                </a:lnTo>
                <a:cubicBezTo>
                  <a:pt x="2370" y="0"/>
                  <a:pt x="2374" y="0"/>
                  <a:pt x="2378" y="0"/>
                </a:cubicBezTo>
                <a:lnTo>
                  <a:pt x="2388" y="1"/>
                </a:lnTo>
                <a:lnTo>
                  <a:pt x="5310" y="1"/>
                </a:lnTo>
                <a:lnTo>
                  <a:pt x="7688" y="1"/>
                </a:lnTo>
                <a:cubicBezTo>
                  <a:pt x="7822" y="1"/>
                  <a:pt x="7931" y="108"/>
                  <a:pt x="7931" y="241"/>
                </a:cubicBezTo>
                <a:lnTo>
                  <a:pt x="7931" y="1939"/>
                </a:lnTo>
                <a:cubicBezTo>
                  <a:pt x="7931" y="2072"/>
                  <a:pt x="7822" y="2179"/>
                  <a:pt x="7688" y="2179"/>
                </a:cubicBezTo>
                <a:lnTo>
                  <a:pt x="5310" y="2179"/>
                </a:lnTo>
                <a:lnTo>
                  <a:pt x="2189" y="2179"/>
                </a:lnTo>
                <a:lnTo>
                  <a:pt x="243" y="2179"/>
                </a:lnTo>
                <a:cubicBezTo>
                  <a:pt x="109" y="2179"/>
                  <a:pt x="0" y="2072"/>
                  <a:pt x="0" y="1939"/>
                </a:cubicBezTo>
                <a:lnTo>
                  <a:pt x="0" y="1689"/>
                </a:lnTo>
                <a:lnTo>
                  <a:pt x="27" y="1693"/>
                </a:lnTo>
                <a:cubicBezTo>
                  <a:pt x="58" y="1698"/>
                  <a:pt x="90" y="1701"/>
                  <a:pt x="123" y="1701"/>
                </a:cubicBezTo>
                <a:cubicBezTo>
                  <a:pt x="468" y="1701"/>
                  <a:pt x="747" y="1425"/>
                  <a:pt x="747" y="1084"/>
                </a:cubicBezTo>
                <a:cubicBezTo>
                  <a:pt x="747" y="744"/>
                  <a:pt x="468" y="468"/>
                  <a:pt x="123" y="468"/>
                </a:cubicBezTo>
                <a:cubicBezTo>
                  <a:pt x="90" y="468"/>
                  <a:pt x="58" y="471"/>
                  <a:pt x="27" y="476"/>
                </a:cubicBezTo>
                <a:lnTo>
                  <a:pt x="0" y="479"/>
                </a:lnTo>
                <a:lnTo>
                  <a:pt x="0" y="241"/>
                </a:lnTo>
                <a:cubicBezTo>
                  <a:pt x="0" y="108"/>
                  <a:pt x="109" y="1"/>
                  <a:pt x="243" y="1"/>
                </a:cubicBezTo>
                <a:lnTo>
                  <a:pt x="2189" y="1"/>
                </a:lnTo>
                <a:lnTo>
                  <a:pt x="2189" y="0"/>
                </a:ln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34" rIns="163195" bIns="0" rtlCol="0" anchor="ctr"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1600">
                <a:solidFill>
                  <a:schemeClr val="tx1"/>
                </a:solidFill>
                <a:sym typeface="+mn-ea"/>
              </a:rPr>
              <a:t>Traditional systems (manual analysis, RDBMS) struggle with speed and scalability.</a:t>
            </a:r>
          </a:p>
        </p:txBody>
      </p:sp>
      <p:sp>
        <p:nvSpPr>
          <p:cNvPr id="8" name="任意多边形 22"/>
          <p:cNvSpPr/>
          <p:nvPr>
            <p:custDataLst>
              <p:tags r:id="rId4"/>
            </p:custDataLst>
          </p:nvPr>
        </p:nvSpPr>
        <p:spPr>
          <a:xfrm>
            <a:off x="708801" y="4366012"/>
            <a:ext cx="3777484" cy="1039595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79">
                <a:moveTo>
                  <a:pt x="243" y="0"/>
                </a:moveTo>
                <a:lnTo>
                  <a:pt x="2189" y="0"/>
                </a:lnTo>
                <a:lnTo>
                  <a:pt x="2366" y="0"/>
                </a:lnTo>
                <a:lnTo>
                  <a:pt x="2378" y="0"/>
                </a:lnTo>
                <a:lnTo>
                  <a:pt x="5310" y="0"/>
                </a:lnTo>
                <a:lnTo>
                  <a:pt x="5310" y="1"/>
                </a:lnTo>
                <a:lnTo>
                  <a:pt x="7688" y="1"/>
                </a:lnTo>
                <a:cubicBezTo>
                  <a:pt x="7822" y="1"/>
                  <a:pt x="7931" y="108"/>
                  <a:pt x="7931" y="241"/>
                </a:cubicBezTo>
                <a:lnTo>
                  <a:pt x="7931" y="1939"/>
                </a:lnTo>
                <a:cubicBezTo>
                  <a:pt x="7931" y="2072"/>
                  <a:pt x="7822" y="2179"/>
                  <a:pt x="7688" y="2179"/>
                </a:cubicBezTo>
                <a:lnTo>
                  <a:pt x="2189" y="2179"/>
                </a:lnTo>
                <a:lnTo>
                  <a:pt x="2189" y="2178"/>
                </a:lnTo>
                <a:lnTo>
                  <a:pt x="243" y="2178"/>
                </a:lnTo>
                <a:cubicBezTo>
                  <a:pt x="109" y="2178"/>
                  <a:pt x="0" y="2071"/>
                  <a:pt x="0" y="1938"/>
                </a:cubicBezTo>
                <a:lnTo>
                  <a:pt x="0" y="1688"/>
                </a:lnTo>
                <a:lnTo>
                  <a:pt x="27" y="1692"/>
                </a:lnTo>
                <a:cubicBezTo>
                  <a:pt x="58" y="1697"/>
                  <a:pt x="90" y="1700"/>
                  <a:pt x="123" y="1700"/>
                </a:cubicBezTo>
                <a:cubicBezTo>
                  <a:pt x="468" y="1700"/>
                  <a:pt x="747" y="1424"/>
                  <a:pt x="747" y="1083"/>
                </a:cubicBezTo>
                <a:cubicBezTo>
                  <a:pt x="747" y="743"/>
                  <a:pt x="468" y="467"/>
                  <a:pt x="123" y="467"/>
                </a:cubicBezTo>
                <a:cubicBezTo>
                  <a:pt x="90" y="467"/>
                  <a:pt x="58" y="470"/>
                  <a:pt x="27" y="475"/>
                </a:cubicBezTo>
                <a:lnTo>
                  <a:pt x="0" y="478"/>
                </a:lnTo>
                <a:lnTo>
                  <a:pt x="0" y="240"/>
                </a:lnTo>
                <a:cubicBezTo>
                  <a:pt x="0" y="107"/>
                  <a:pt x="109" y="0"/>
                  <a:pt x="243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34" rIns="163195" bIns="0" rtlCol="0" anchor="ctr"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1600">
                <a:solidFill>
                  <a:schemeClr val="tx1"/>
                </a:solidFill>
                <a:sym typeface="+mn-ea"/>
              </a:rPr>
              <a:t>Need a fast, scalable, and intelligent system for large-scale cyber data analysis.</a:t>
            </a:r>
          </a:p>
        </p:txBody>
      </p:sp>
      <p:sp>
        <p:nvSpPr>
          <p:cNvPr id="9" name="任意多边形 5"/>
          <p:cNvSpPr/>
          <p:nvPr>
            <p:custDataLst>
              <p:tags r:id="rId5"/>
            </p:custDataLst>
          </p:nvPr>
        </p:nvSpPr>
        <p:spPr>
          <a:xfrm>
            <a:off x="708801" y="1875473"/>
            <a:ext cx="3777484" cy="1038320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80">
                <a:moveTo>
                  <a:pt x="243" y="0"/>
                </a:moveTo>
                <a:lnTo>
                  <a:pt x="5310" y="0"/>
                </a:lnTo>
                <a:lnTo>
                  <a:pt x="5310" y="2"/>
                </a:lnTo>
                <a:lnTo>
                  <a:pt x="7688" y="2"/>
                </a:lnTo>
                <a:cubicBezTo>
                  <a:pt x="7822" y="2"/>
                  <a:pt x="7931" y="109"/>
                  <a:pt x="7931" y="242"/>
                </a:cubicBezTo>
                <a:lnTo>
                  <a:pt x="7931" y="1940"/>
                </a:lnTo>
                <a:cubicBezTo>
                  <a:pt x="7931" y="2073"/>
                  <a:pt x="7822" y="2180"/>
                  <a:pt x="7688" y="2180"/>
                </a:cubicBezTo>
                <a:lnTo>
                  <a:pt x="2189" y="2180"/>
                </a:lnTo>
                <a:lnTo>
                  <a:pt x="2189" y="2178"/>
                </a:lnTo>
                <a:lnTo>
                  <a:pt x="243" y="2178"/>
                </a:lnTo>
                <a:cubicBezTo>
                  <a:pt x="109" y="2178"/>
                  <a:pt x="0" y="2071"/>
                  <a:pt x="0" y="1938"/>
                </a:cubicBezTo>
                <a:lnTo>
                  <a:pt x="0" y="1688"/>
                </a:lnTo>
                <a:lnTo>
                  <a:pt x="27" y="1692"/>
                </a:lnTo>
                <a:cubicBezTo>
                  <a:pt x="58" y="1697"/>
                  <a:pt x="90" y="1700"/>
                  <a:pt x="123" y="1700"/>
                </a:cubicBezTo>
                <a:cubicBezTo>
                  <a:pt x="468" y="1700"/>
                  <a:pt x="747" y="1424"/>
                  <a:pt x="747" y="1083"/>
                </a:cubicBezTo>
                <a:cubicBezTo>
                  <a:pt x="747" y="743"/>
                  <a:pt x="468" y="467"/>
                  <a:pt x="123" y="467"/>
                </a:cubicBezTo>
                <a:cubicBezTo>
                  <a:pt x="90" y="467"/>
                  <a:pt x="58" y="470"/>
                  <a:pt x="27" y="475"/>
                </a:cubicBezTo>
                <a:lnTo>
                  <a:pt x="0" y="478"/>
                </a:lnTo>
                <a:lnTo>
                  <a:pt x="0" y="240"/>
                </a:lnTo>
                <a:cubicBezTo>
                  <a:pt x="0" y="107"/>
                  <a:pt x="109" y="0"/>
                  <a:pt x="243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34" rIns="163195" bIns="0" rtlCol="0"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600">
                <a:solidFill>
                  <a:schemeClr val="tx1"/>
                </a:solidFill>
                <a:sym typeface="+mn-ea"/>
              </a:rPr>
              <a:t>Cyber attacks are increasing rapidly in frequency, scale, and complexity.</a:t>
            </a:r>
          </a:p>
        </p:txBody>
      </p:sp>
      <p:sp>
        <p:nvSpPr>
          <p:cNvPr id="10" name="椭圆 4"/>
          <p:cNvSpPr/>
          <p:nvPr>
            <p:custDataLst>
              <p:tags r:id="rId6"/>
            </p:custDataLst>
          </p:nvPr>
        </p:nvSpPr>
        <p:spPr>
          <a:xfrm>
            <a:off x="523523" y="2151247"/>
            <a:ext cx="486125" cy="4861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b="1" dirty="0">
                <a:solidFill>
                  <a:schemeClr val="lt1"/>
                </a:solidFill>
                <a:sym typeface="+mn-lt"/>
              </a:rPr>
              <a:t>01</a:t>
            </a:r>
          </a:p>
        </p:txBody>
      </p:sp>
      <p:sp>
        <p:nvSpPr>
          <p:cNvPr id="11" name="椭圆 21"/>
          <p:cNvSpPr/>
          <p:nvPr>
            <p:custDataLst>
              <p:tags r:id="rId7"/>
            </p:custDataLst>
          </p:nvPr>
        </p:nvSpPr>
        <p:spPr>
          <a:xfrm>
            <a:off x="523523" y="3396278"/>
            <a:ext cx="486125" cy="48612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b="1">
                <a:solidFill>
                  <a:schemeClr val="lt1"/>
                </a:solidFill>
                <a:sym typeface="+mn-lt"/>
              </a:rPr>
              <a:t>03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14" name="任意多边形 27"/>
          <p:cNvSpPr/>
          <p:nvPr>
            <p:custDataLst>
              <p:tags r:id="rId8"/>
            </p:custDataLst>
          </p:nvPr>
        </p:nvSpPr>
        <p:spPr>
          <a:xfrm>
            <a:off x="4851126" y="1875473"/>
            <a:ext cx="3777484" cy="1038320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80">
                <a:moveTo>
                  <a:pt x="243" y="0"/>
                </a:moveTo>
                <a:lnTo>
                  <a:pt x="5310" y="0"/>
                </a:lnTo>
                <a:lnTo>
                  <a:pt x="5310" y="2"/>
                </a:lnTo>
                <a:lnTo>
                  <a:pt x="7688" y="2"/>
                </a:lnTo>
                <a:cubicBezTo>
                  <a:pt x="7822" y="2"/>
                  <a:pt x="7931" y="109"/>
                  <a:pt x="7931" y="242"/>
                </a:cubicBezTo>
                <a:lnTo>
                  <a:pt x="7931" y="1940"/>
                </a:lnTo>
                <a:cubicBezTo>
                  <a:pt x="7931" y="2073"/>
                  <a:pt x="7822" y="2180"/>
                  <a:pt x="7688" y="2180"/>
                </a:cubicBezTo>
                <a:lnTo>
                  <a:pt x="2189" y="2180"/>
                </a:lnTo>
                <a:lnTo>
                  <a:pt x="2189" y="2178"/>
                </a:lnTo>
                <a:lnTo>
                  <a:pt x="243" y="2178"/>
                </a:lnTo>
                <a:cubicBezTo>
                  <a:pt x="109" y="2178"/>
                  <a:pt x="0" y="2071"/>
                  <a:pt x="0" y="1938"/>
                </a:cubicBezTo>
                <a:lnTo>
                  <a:pt x="0" y="1688"/>
                </a:lnTo>
                <a:lnTo>
                  <a:pt x="27" y="1692"/>
                </a:lnTo>
                <a:cubicBezTo>
                  <a:pt x="58" y="1697"/>
                  <a:pt x="90" y="1700"/>
                  <a:pt x="123" y="1700"/>
                </a:cubicBezTo>
                <a:cubicBezTo>
                  <a:pt x="468" y="1700"/>
                  <a:pt x="747" y="1424"/>
                  <a:pt x="747" y="1083"/>
                </a:cubicBezTo>
                <a:cubicBezTo>
                  <a:pt x="747" y="743"/>
                  <a:pt x="468" y="467"/>
                  <a:pt x="123" y="467"/>
                </a:cubicBezTo>
                <a:cubicBezTo>
                  <a:pt x="90" y="467"/>
                  <a:pt x="58" y="470"/>
                  <a:pt x="27" y="475"/>
                </a:cubicBezTo>
                <a:lnTo>
                  <a:pt x="0" y="478"/>
                </a:lnTo>
                <a:lnTo>
                  <a:pt x="0" y="240"/>
                </a:lnTo>
                <a:cubicBezTo>
                  <a:pt x="0" y="107"/>
                  <a:pt x="109" y="0"/>
                  <a:pt x="243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34" rIns="163195" bIns="0" rtlCol="0" anchor="ctr"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/>
                </a:solidFill>
                <a:sym typeface="+mn-ea"/>
              </a:rPr>
              <a:t>Organizations generate massive volumes of security logs and network data daily.</a:t>
            </a:r>
          </a:p>
        </p:txBody>
      </p:sp>
      <p:sp>
        <p:nvSpPr>
          <p:cNvPr id="15" name="椭圆 24"/>
          <p:cNvSpPr/>
          <p:nvPr>
            <p:custDataLst>
              <p:tags r:id="rId9"/>
            </p:custDataLst>
          </p:nvPr>
        </p:nvSpPr>
        <p:spPr>
          <a:xfrm>
            <a:off x="523523" y="4641310"/>
            <a:ext cx="486125" cy="48612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b="1">
                <a:solidFill>
                  <a:schemeClr val="lt1"/>
                </a:solidFill>
                <a:sym typeface="+mn-lt"/>
              </a:rPr>
              <a:t>05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16" name="椭圆 28"/>
          <p:cNvSpPr/>
          <p:nvPr>
            <p:custDataLst>
              <p:tags r:id="rId10"/>
            </p:custDataLst>
          </p:nvPr>
        </p:nvSpPr>
        <p:spPr>
          <a:xfrm>
            <a:off x="4665848" y="2151247"/>
            <a:ext cx="486125" cy="48612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b="1">
                <a:solidFill>
                  <a:schemeClr val="lt1"/>
                </a:solidFill>
                <a:sym typeface="+mn-lt"/>
              </a:rPr>
              <a:t>02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17" name="任意多边形 2"/>
          <p:cNvSpPr/>
          <p:nvPr>
            <p:custDataLst>
              <p:tags r:id="rId11"/>
            </p:custDataLst>
          </p:nvPr>
        </p:nvSpPr>
        <p:spPr>
          <a:xfrm>
            <a:off x="4851602" y="3120981"/>
            <a:ext cx="3777484" cy="1038320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80">
                <a:moveTo>
                  <a:pt x="243" y="0"/>
                </a:moveTo>
                <a:lnTo>
                  <a:pt x="5310" y="0"/>
                </a:lnTo>
                <a:lnTo>
                  <a:pt x="5310" y="2"/>
                </a:lnTo>
                <a:lnTo>
                  <a:pt x="7688" y="2"/>
                </a:lnTo>
                <a:cubicBezTo>
                  <a:pt x="7822" y="2"/>
                  <a:pt x="7931" y="109"/>
                  <a:pt x="7931" y="242"/>
                </a:cubicBezTo>
                <a:lnTo>
                  <a:pt x="7931" y="1940"/>
                </a:lnTo>
                <a:cubicBezTo>
                  <a:pt x="7931" y="2073"/>
                  <a:pt x="7822" y="2180"/>
                  <a:pt x="7688" y="2180"/>
                </a:cubicBezTo>
                <a:lnTo>
                  <a:pt x="2189" y="2180"/>
                </a:lnTo>
                <a:lnTo>
                  <a:pt x="2189" y="2178"/>
                </a:lnTo>
                <a:lnTo>
                  <a:pt x="243" y="2178"/>
                </a:lnTo>
                <a:cubicBezTo>
                  <a:pt x="109" y="2178"/>
                  <a:pt x="0" y="2071"/>
                  <a:pt x="0" y="1938"/>
                </a:cubicBezTo>
                <a:lnTo>
                  <a:pt x="0" y="1688"/>
                </a:lnTo>
                <a:lnTo>
                  <a:pt x="27" y="1692"/>
                </a:lnTo>
                <a:cubicBezTo>
                  <a:pt x="58" y="1697"/>
                  <a:pt x="90" y="1700"/>
                  <a:pt x="123" y="1700"/>
                </a:cubicBezTo>
                <a:cubicBezTo>
                  <a:pt x="468" y="1700"/>
                  <a:pt x="747" y="1424"/>
                  <a:pt x="747" y="1083"/>
                </a:cubicBezTo>
                <a:cubicBezTo>
                  <a:pt x="747" y="743"/>
                  <a:pt x="468" y="467"/>
                  <a:pt x="123" y="467"/>
                </a:cubicBezTo>
                <a:cubicBezTo>
                  <a:pt x="90" y="467"/>
                  <a:pt x="58" y="470"/>
                  <a:pt x="27" y="475"/>
                </a:cubicBezTo>
                <a:lnTo>
                  <a:pt x="0" y="478"/>
                </a:lnTo>
                <a:lnTo>
                  <a:pt x="0" y="240"/>
                </a:lnTo>
                <a:cubicBezTo>
                  <a:pt x="0" y="107"/>
                  <a:pt x="109" y="0"/>
                  <a:pt x="243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34" rIns="163195" bIns="0" rtlCol="0"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/>
                </a:solidFill>
                <a:sym typeface="+mn-ea"/>
              </a:rPr>
              <a:t>Delayed insights lead to continued attacks and higher damage.</a:t>
            </a:r>
          </a:p>
        </p:txBody>
      </p:sp>
      <p:sp>
        <p:nvSpPr>
          <p:cNvPr id="18" name="椭圆 3"/>
          <p:cNvSpPr/>
          <p:nvPr>
            <p:custDataLst>
              <p:tags r:id="rId12"/>
            </p:custDataLst>
          </p:nvPr>
        </p:nvSpPr>
        <p:spPr>
          <a:xfrm>
            <a:off x="4666324" y="3396755"/>
            <a:ext cx="486125" cy="48612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b="1">
                <a:solidFill>
                  <a:schemeClr val="lt1"/>
                </a:solidFill>
                <a:sym typeface="+mn-lt"/>
              </a:rPr>
              <a:t>04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20609" y="1031134"/>
            <a:ext cx="8100000" cy="594000"/>
          </a:xfrm>
        </p:spPr>
        <p:txBody>
          <a:bodyPr wrap="square">
            <a:normAutofit fontScale="90000"/>
          </a:bodyPr>
          <a:lstStyle/>
          <a:p>
            <a:r>
              <a:rPr lang="en-US" sz="3800" spc="0" dirty="0">
                <a:latin typeface="+mj-lt"/>
              </a:rPr>
              <a:t>Objectives</a:t>
            </a:r>
          </a:p>
        </p:txBody>
      </p:sp>
      <p:sp>
        <p:nvSpPr>
          <p:cNvPr id="157" name="椭圆 6"/>
          <p:cNvSpPr/>
          <p:nvPr>
            <p:custDataLst>
              <p:tags r:id="rId3"/>
            </p:custDataLst>
          </p:nvPr>
        </p:nvSpPr>
        <p:spPr>
          <a:xfrm>
            <a:off x="4035441" y="3299117"/>
            <a:ext cx="1072953" cy="1072953"/>
          </a:xfrm>
          <a:prstGeom prst="ellipse">
            <a:avLst/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70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8" name="任意多边形: 形状 25"/>
          <p:cNvSpPr/>
          <p:nvPr>
            <p:custDataLst>
              <p:tags r:id="rId4"/>
            </p:custDataLst>
          </p:nvPr>
        </p:nvSpPr>
        <p:spPr>
          <a:xfrm flipH="1">
            <a:off x="1333661" y="2057713"/>
            <a:ext cx="1945139" cy="1000658"/>
          </a:xfrm>
          <a:custGeom>
            <a:avLst/>
            <a:gdLst>
              <a:gd name="connsiteX0" fmla="*/ 0 w 2979534"/>
              <a:gd name="connsiteY0" fmla="*/ 0 h 1899874"/>
              <a:gd name="connsiteX1" fmla="*/ 2979534 w 2979534"/>
              <a:gd name="connsiteY1" fmla="*/ 0 h 1899874"/>
              <a:gd name="connsiteX2" fmla="*/ 2979534 w 2979534"/>
              <a:gd name="connsiteY2" fmla="*/ 1507390 h 1899874"/>
              <a:gd name="connsiteX3" fmla="*/ 1354752 w 2979534"/>
              <a:gd name="connsiteY3" fmla="*/ 1507390 h 1899874"/>
              <a:gd name="connsiteX4" fmla="*/ 919837 w 2979534"/>
              <a:gd name="connsiteY4" fmla="*/ 1899874 h 1899874"/>
              <a:gd name="connsiteX5" fmla="*/ 949571 w 2979534"/>
              <a:gd name="connsiteY5" fmla="*/ 1507390 h 1899874"/>
              <a:gd name="connsiteX6" fmla="*/ 0 w 2979534"/>
              <a:gd name="connsiteY6" fmla="*/ 1507390 h 1899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79534" h="1899874">
                <a:moveTo>
                  <a:pt x="0" y="0"/>
                </a:moveTo>
                <a:lnTo>
                  <a:pt x="2979534" y="0"/>
                </a:lnTo>
                <a:lnTo>
                  <a:pt x="2979534" y="1507390"/>
                </a:lnTo>
                <a:lnTo>
                  <a:pt x="1354752" y="1507390"/>
                </a:lnTo>
                <a:lnTo>
                  <a:pt x="919837" y="1899874"/>
                </a:lnTo>
                <a:lnTo>
                  <a:pt x="949571" y="1507390"/>
                </a:lnTo>
                <a:lnTo>
                  <a:pt x="0" y="150739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670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9" name="任意多边形: 形状 20"/>
          <p:cNvSpPr/>
          <p:nvPr>
            <p:custDataLst>
              <p:tags r:id="rId5"/>
            </p:custDataLst>
          </p:nvPr>
        </p:nvSpPr>
        <p:spPr>
          <a:xfrm>
            <a:off x="1769110" y="2146935"/>
            <a:ext cx="2379345" cy="1292225"/>
          </a:xfrm>
          <a:custGeom>
            <a:avLst/>
            <a:gdLst>
              <a:gd name="connsiteX0" fmla="*/ 0 w 3231726"/>
              <a:gd name="connsiteY0" fmla="*/ 0 h 2185192"/>
              <a:gd name="connsiteX1" fmla="*/ 3231726 w 3231726"/>
              <a:gd name="connsiteY1" fmla="*/ 0 h 2185192"/>
              <a:gd name="connsiteX2" fmla="*/ 3231726 w 3231726"/>
              <a:gd name="connsiteY2" fmla="*/ 1836000 h 2185192"/>
              <a:gd name="connsiteX3" fmla="*/ 2925662 w 3231726"/>
              <a:gd name="connsiteY3" fmla="*/ 1836000 h 2185192"/>
              <a:gd name="connsiteX4" fmla="*/ 3062302 w 3231726"/>
              <a:gd name="connsiteY4" fmla="*/ 2185192 h 2185192"/>
              <a:gd name="connsiteX5" fmla="*/ 2490350 w 3231726"/>
              <a:gd name="connsiteY5" fmla="*/ 1836000 h 2185192"/>
              <a:gd name="connsiteX6" fmla="*/ 0 w 3231726"/>
              <a:gd name="connsiteY6" fmla="*/ 1836000 h 2185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31726" h="2185192">
                <a:moveTo>
                  <a:pt x="0" y="0"/>
                </a:moveTo>
                <a:lnTo>
                  <a:pt x="3231726" y="0"/>
                </a:lnTo>
                <a:lnTo>
                  <a:pt x="3231726" y="1836000"/>
                </a:lnTo>
                <a:lnTo>
                  <a:pt x="2925662" y="1836000"/>
                </a:lnTo>
                <a:lnTo>
                  <a:pt x="3062302" y="2185192"/>
                </a:lnTo>
                <a:lnTo>
                  <a:pt x="2490350" y="1836000"/>
                </a:lnTo>
                <a:lnTo>
                  <a:pt x="0" y="1836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0083" rIns="100083" rtlCol="0" anchor="ctr">
            <a:normAutofit/>
          </a:bodyPr>
          <a:lstStyle/>
          <a:p>
            <a:pPr algn="ctr"/>
            <a:r>
              <a:rPr lang="en-US" sz="1485" kern="0" dirty="0">
                <a:ln>
                  <a:noFill/>
                  <a:prstDash val="sysDot"/>
                </a:ln>
                <a:solidFill>
                  <a:schemeClr val="lt1">
                    <a:lumMod val="100000"/>
                  </a:schemeClr>
                </a:solidFill>
                <a:latin typeface="+mn-lt"/>
              </a:rPr>
              <a:t>Process large-scale cyber datasets using Apache Spark’s distributed computing.</a:t>
            </a:r>
          </a:p>
        </p:txBody>
      </p:sp>
      <p:sp>
        <p:nvSpPr>
          <p:cNvPr id="160" name="任意多边形: 形状 13"/>
          <p:cNvSpPr/>
          <p:nvPr>
            <p:custDataLst>
              <p:tags r:id="rId6"/>
            </p:custDataLst>
          </p:nvPr>
        </p:nvSpPr>
        <p:spPr>
          <a:xfrm>
            <a:off x="909315" y="3327554"/>
            <a:ext cx="2792690" cy="886379"/>
          </a:xfrm>
          <a:custGeom>
            <a:avLst/>
            <a:gdLst>
              <a:gd name="connsiteX0" fmla="*/ 0 w 3480888"/>
              <a:gd name="connsiteY0" fmla="*/ 0 h 1533525"/>
              <a:gd name="connsiteX1" fmla="*/ 3149648 w 3480888"/>
              <a:gd name="connsiteY1" fmla="*/ 0 h 1533525"/>
              <a:gd name="connsiteX2" fmla="*/ 3149648 w 3480888"/>
              <a:gd name="connsiteY2" fmla="*/ 823081 h 1533525"/>
              <a:gd name="connsiteX3" fmla="*/ 3480888 w 3480888"/>
              <a:gd name="connsiteY3" fmla="*/ 914457 h 1533525"/>
              <a:gd name="connsiteX4" fmla="*/ 3149648 w 3480888"/>
              <a:gd name="connsiteY4" fmla="*/ 1120562 h 1533525"/>
              <a:gd name="connsiteX5" fmla="*/ 3149648 w 3480888"/>
              <a:gd name="connsiteY5" fmla="*/ 1533525 h 1533525"/>
              <a:gd name="connsiteX6" fmla="*/ 0 w 3480888"/>
              <a:gd name="connsiteY6" fmla="*/ 1533525 h 1533525"/>
              <a:gd name="connsiteX0-1" fmla="*/ 0 w 3474538"/>
              <a:gd name="connsiteY0-2" fmla="*/ 0 h 1533525"/>
              <a:gd name="connsiteX1-3" fmla="*/ 3149648 w 3474538"/>
              <a:gd name="connsiteY1-4" fmla="*/ 0 h 1533525"/>
              <a:gd name="connsiteX2-5" fmla="*/ 3149648 w 3474538"/>
              <a:gd name="connsiteY2-6" fmla="*/ 823081 h 1533525"/>
              <a:gd name="connsiteX3-7" fmla="*/ 3474538 w 3474538"/>
              <a:gd name="connsiteY3-8" fmla="*/ 958907 h 1533525"/>
              <a:gd name="connsiteX4-9" fmla="*/ 3149648 w 3474538"/>
              <a:gd name="connsiteY4-10" fmla="*/ 1120562 h 1533525"/>
              <a:gd name="connsiteX5-11" fmla="*/ 3149648 w 3474538"/>
              <a:gd name="connsiteY5-12" fmla="*/ 1533525 h 1533525"/>
              <a:gd name="connsiteX6-13" fmla="*/ 0 w 3474538"/>
              <a:gd name="connsiteY6-14" fmla="*/ 1533525 h 1533525"/>
              <a:gd name="connsiteX7" fmla="*/ 0 w 3474538"/>
              <a:gd name="connsiteY7" fmla="*/ 0 h 1533525"/>
              <a:gd name="connsiteX0-15" fmla="*/ 0 w 3474538"/>
              <a:gd name="connsiteY0-16" fmla="*/ 0 h 1533525"/>
              <a:gd name="connsiteX1-17" fmla="*/ 3149648 w 3474538"/>
              <a:gd name="connsiteY1-18" fmla="*/ 0 h 1533525"/>
              <a:gd name="connsiteX2-19" fmla="*/ 3149648 w 3474538"/>
              <a:gd name="connsiteY2-20" fmla="*/ 823081 h 1533525"/>
              <a:gd name="connsiteX3-21" fmla="*/ 3474538 w 3474538"/>
              <a:gd name="connsiteY3-22" fmla="*/ 1157079 h 1533525"/>
              <a:gd name="connsiteX4-23" fmla="*/ 3149648 w 3474538"/>
              <a:gd name="connsiteY4-24" fmla="*/ 1120562 h 1533525"/>
              <a:gd name="connsiteX5-25" fmla="*/ 3149648 w 3474538"/>
              <a:gd name="connsiteY5-26" fmla="*/ 1533525 h 1533525"/>
              <a:gd name="connsiteX6-27" fmla="*/ 0 w 3474538"/>
              <a:gd name="connsiteY6-28" fmla="*/ 1533525 h 1533525"/>
              <a:gd name="connsiteX7-29" fmla="*/ 0 w 3474538"/>
              <a:gd name="connsiteY7-30" fmla="*/ 0 h 1533525"/>
              <a:gd name="connsiteX0-31" fmla="*/ 0 w 3547544"/>
              <a:gd name="connsiteY0-32" fmla="*/ 0 h 1533525"/>
              <a:gd name="connsiteX1-33" fmla="*/ 3149648 w 3547544"/>
              <a:gd name="connsiteY1-34" fmla="*/ 0 h 1533525"/>
              <a:gd name="connsiteX2-35" fmla="*/ 3149648 w 3547544"/>
              <a:gd name="connsiteY2-36" fmla="*/ 823081 h 1533525"/>
              <a:gd name="connsiteX3-37" fmla="*/ 3547544 w 3547544"/>
              <a:gd name="connsiteY3-38" fmla="*/ 920928 h 1533525"/>
              <a:gd name="connsiteX4-39" fmla="*/ 3149648 w 3547544"/>
              <a:gd name="connsiteY4-40" fmla="*/ 1120562 h 1533525"/>
              <a:gd name="connsiteX5-41" fmla="*/ 3149648 w 3547544"/>
              <a:gd name="connsiteY5-42" fmla="*/ 1533525 h 1533525"/>
              <a:gd name="connsiteX6-43" fmla="*/ 0 w 3547544"/>
              <a:gd name="connsiteY6-44" fmla="*/ 1533525 h 1533525"/>
              <a:gd name="connsiteX7-45" fmla="*/ 0 w 3547544"/>
              <a:gd name="connsiteY7-46" fmla="*/ 0 h 15335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29" y="connsiteY7-30"/>
              </a:cxn>
            </a:cxnLst>
            <a:rect l="l" t="t" r="r" b="b"/>
            <a:pathLst>
              <a:path w="3547544" h="1533525">
                <a:moveTo>
                  <a:pt x="0" y="0"/>
                </a:moveTo>
                <a:lnTo>
                  <a:pt x="3149648" y="0"/>
                </a:lnTo>
                <a:lnTo>
                  <a:pt x="3149648" y="823081"/>
                </a:lnTo>
                <a:lnTo>
                  <a:pt x="3547544" y="920928"/>
                </a:lnTo>
                <a:lnTo>
                  <a:pt x="3149648" y="1120562"/>
                </a:lnTo>
                <a:lnTo>
                  <a:pt x="3149648" y="1533525"/>
                </a:lnTo>
                <a:lnTo>
                  <a:pt x="0" y="15335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158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0167" tIns="233528" rIns="667224" rtlCol="0" anchor="ctr">
            <a:normAutofit fontScale="80000" lnSpcReduction="20000"/>
          </a:bodyPr>
          <a:lstStyle/>
          <a:p>
            <a:pPr algn="ctr"/>
            <a:r>
              <a:rPr lang="en-US" sz="1485" kern="0" dirty="0">
                <a:ln>
                  <a:noFill/>
                  <a:prstDash val="sysDot"/>
                </a:ln>
                <a:solidFill>
                  <a:schemeClr val="lt1">
                    <a:lumMod val="100000"/>
                  </a:schemeClr>
                </a:solidFill>
                <a:latin typeface="+mn-lt"/>
              </a:rPr>
              <a:t>Generate clear visual insights (bar charts, pie charts, heatmaps) for decision-making.</a:t>
            </a:r>
          </a:p>
        </p:txBody>
      </p:sp>
      <p:sp>
        <p:nvSpPr>
          <p:cNvPr id="161" name="任意多边形: 形状 9"/>
          <p:cNvSpPr/>
          <p:nvPr>
            <p:custDataLst>
              <p:tags r:id="rId7"/>
            </p:custDataLst>
          </p:nvPr>
        </p:nvSpPr>
        <p:spPr>
          <a:xfrm>
            <a:off x="1865257" y="4387290"/>
            <a:ext cx="2443296" cy="863226"/>
          </a:xfrm>
          <a:custGeom>
            <a:avLst/>
            <a:gdLst>
              <a:gd name="connsiteX0" fmla="*/ 0 w 3480888"/>
              <a:gd name="connsiteY0" fmla="*/ 0 h 1533525"/>
              <a:gd name="connsiteX1" fmla="*/ 3149648 w 3480888"/>
              <a:gd name="connsiteY1" fmla="*/ 0 h 1533525"/>
              <a:gd name="connsiteX2" fmla="*/ 3149648 w 3480888"/>
              <a:gd name="connsiteY2" fmla="*/ 823081 h 1533525"/>
              <a:gd name="connsiteX3" fmla="*/ 3480888 w 3480888"/>
              <a:gd name="connsiteY3" fmla="*/ 914457 h 1533525"/>
              <a:gd name="connsiteX4" fmla="*/ 3149648 w 3480888"/>
              <a:gd name="connsiteY4" fmla="*/ 1120562 h 1533525"/>
              <a:gd name="connsiteX5" fmla="*/ 3149648 w 3480888"/>
              <a:gd name="connsiteY5" fmla="*/ 1533525 h 1533525"/>
              <a:gd name="connsiteX6" fmla="*/ 0 w 3480888"/>
              <a:gd name="connsiteY6" fmla="*/ 1533525 h 1533525"/>
              <a:gd name="connsiteX0-1" fmla="*/ 0 w 3474538"/>
              <a:gd name="connsiteY0-2" fmla="*/ 0 h 1533525"/>
              <a:gd name="connsiteX1-3" fmla="*/ 3149648 w 3474538"/>
              <a:gd name="connsiteY1-4" fmla="*/ 0 h 1533525"/>
              <a:gd name="connsiteX2-5" fmla="*/ 3149648 w 3474538"/>
              <a:gd name="connsiteY2-6" fmla="*/ 823081 h 1533525"/>
              <a:gd name="connsiteX3-7" fmla="*/ 3474538 w 3474538"/>
              <a:gd name="connsiteY3-8" fmla="*/ 958907 h 1533525"/>
              <a:gd name="connsiteX4-9" fmla="*/ 3149648 w 3474538"/>
              <a:gd name="connsiteY4-10" fmla="*/ 1120562 h 1533525"/>
              <a:gd name="connsiteX5-11" fmla="*/ 3149648 w 3474538"/>
              <a:gd name="connsiteY5-12" fmla="*/ 1533525 h 1533525"/>
              <a:gd name="connsiteX6-13" fmla="*/ 0 w 3474538"/>
              <a:gd name="connsiteY6-14" fmla="*/ 1533525 h 1533525"/>
              <a:gd name="connsiteX7" fmla="*/ 0 w 3474538"/>
              <a:gd name="connsiteY7" fmla="*/ 0 h 1533525"/>
              <a:gd name="connsiteX0-15" fmla="*/ 0 w 3485890"/>
              <a:gd name="connsiteY0-16" fmla="*/ 0 h 1533525"/>
              <a:gd name="connsiteX1-17" fmla="*/ 3149648 w 3485890"/>
              <a:gd name="connsiteY1-18" fmla="*/ 0 h 1533525"/>
              <a:gd name="connsiteX2-19" fmla="*/ 3149648 w 3485890"/>
              <a:gd name="connsiteY2-20" fmla="*/ 823081 h 1533525"/>
              <a:gd name="connsiteX3-21" fmla="*/ 3485890 w 3485890"/>
              <a:gd name="connsiteY3-22" fmla="*/ 682983 h 1533525"/>
              <a:gd name="connsiteX4-23" fmla="*/ 3149648 w 3485890"/>
              <a:gd name="connsiteY4-24" fmla="*/ 1120562 h 1533525"/>
              <a:gd name="connsiteX5-25" fmla="*/ 3149648 w 3485890"/>
              <a:gd name="connsiteY5-26" fmla="*/ 1533525 h 1533525"/>
              <a:gd name="connsiteX6-27" fmla="*/ 0 w 3485890"/>
              <a:gd name="connsiteY6-28" fmla="*/ 1533525 h 1533525"/>
              <a:gd name="connsiteX7-29" fmla="*/ 0 w 3485890"/>
              <a:gd name="connsiteY7-30" fmla="*/ 0 h 1533525"/>
              <a:gd name="connsiteX0-31" fmla="*/ 0 w 3485890"/>
              <a:gd name="connsiteY0-32" fmla="*/ 0 h 1533525"/>
              <a:gd name="connsiteX1-33" fmla="*/ 3149648 w 3485890"/>
              <a:gd name="connsiteY1-34" fmla="*/ 0 h 1533525"/>
              <a:gd name="connsiteX2-35" fmla="*/ 3159662 w 3485890"/>
              <a:gd name="connsiteY2-36" fmla="*/ 516784 h 1533525"/>
              <a:gd name="connsiteX3-37" fmla="*/ 3485890 w 3485890"/>
              <a:gd name="connsiteY3-38" fmla="*/ 682983 h 1533525"/>
              <a:gd name="connsiteX4-39" fmla="*/ 3149648 w 3485890"/>
              <a:gd name="connsiteY4-40" fmla="*/ 1120562 h 1533525"/>
              <a:gd name="connsiteX5-41" fmla="*/ 3149648 w 3485890"/>
              <a:gd name="connsiteY5-42" fmla="*/ 1533525 h 1533525"/>
              <a:gd name="connsiteX6-43" fmla="*/ 0 w 3485890"/>
              <a:gd name="connsiteY6-44" fmla="*/ 1533525 h 1533525"/>
              <a:gd name="connsiteX7-45" fmla="*/ 0 w 3485890"/>
              <a:gd name="connsiteY7-46" fmla="*/ 0 h 1533525"/>
              <a:gd name="connsiteX0-47" fmla="*/ 0 w 3485890"/>
              <a:gd name="connsiteY0-48" fmla="*/ 0 h 1533525"/>
              <a:gd name="connsiteX1-49" fmla="*/ 3149648 w 3485890"/>
              <a:gd name="connsiteY1-50" fmla="*/ 0 h 1533525"/>
              <a:gd name="connsiteX2-51" fmla="*/ 3159662 w 3485890"/>
              <a:gd name="connsiteY2-52" fmla="*/ 516784 h 1533525"/>
              <a:gd name="connsiteX3-53" fmla="*/ 3485890 w 3485890"/>
              <a:gd name="connsiteY3-54" fmla="*/ 682983 h 1533525"/>
              <a:gd name="connsiteX4-55" fmla="*/ 3159662 w 3485890"/>
              <a:gd name="connsiteY4-56" fmla="*/ 814266 h 1533525"/>
              <a:gd name="connsiteX5-57" fmla="*/ 3149648 w 3485890"/>
              <a:gd name="connsiteY5-58" fmla="*/ 1533525 h 1533525"/>
              <a:gd name="connsiteX6-59" fmla="*/ 0 w 3485890"/>
              <a:gd name="connsiteY6-60" fmla="*/ 1533525 h 1533525"/>
              <a:gd name="connsiteX7-61" fmla="*/ 0 w 3485890"/>
              <a:gd name="connsiteY7-62" fmla="*/ 0 h 1533525"/>
              <a:gd name="connsiteX0-63" fmla="*/ 0 w 3405779"/>
              <a:gd name="connsiteY0-64" fmla="*/ 0 h 1533525"/>
              <a:gd name="connsiteX1-65" fmla="*/ 3149648 w 3405779"/>
              <a:gd name="connsiteY1-66" fmla="*/ 0 h 1533525"/>
              <a:gd name="connsiteX2-67" fmla="*/ 3159662 w 3405779"/>
              <a:gd name="connsiteY2-68" fmla="*/ 516784 h 1533525"/>
              <a:gd name="connsiteX3-69" fmla="*/ 3405779 w 3405779"/>
              <a:gd name="connsiteY3-70" fmla="*/ 198013 h 1533525"/>
              <a:gd name="connsiteX4-71" fmla="*/ 3159662 w 3405779"/>
              <a:gd name="connsiteY4-72" fmla="*/ 814266 h 1533525"/>
              <a:gd name="connsiteX5-73" fmla="*/ 3149648 w 3405779"/>
              <a:gd name="connsiteY5-74" fmla="*/ 1533525 h 1533525"/>
              <a:gd name="connsiteX6-75" fmla="*/ 0 w 3405779"/>
              <a:gd name="connsiteY6-76" fmla="*/ 1533525 h 1533525"/>
              <a:gd name="connsiteX7-77" fmla="*/ 0 w 3405779"/>
              <a:gd name="connsiteY7-78" fmla="*/ 0 h 15335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29" y="connsiteY7-30"/>
              </a:cxn>
            </a:cxnLst>
            <a:rect l="l" t="t" r="r" b="b"/>
            <a:pathLst>
              <a:path w="3405779" h="1533525">
                <a:moveTo>
                  <a:pt x="0" y="0"/>
                </a:moveTo>
                <a:lnTo>
                  <a:pt x="3149648" y="0"/>
                </a:lnTo>
                <a:lnTo>
                  <a:pt x="3159662" y="516784"/>
                </a:lnTo>
                <a:lnTo>
                  <a:pt x="3405779" y="198013"/>
                </a:lnTo>
                <a:lnTo>
                  <a:pt x="3159662" y="814266"/>
                </a:lnTo>
                <a:lnTo>
                  <a:pt x="3149648" y="1533525"/>
                </a:lnTo>
                <a:lnTo>
                  <a:pt x="0" y="15335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58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266889" rIns="366973" rtlCol="0" anchor="ctr">
            <a:normAutofit fontScale="90000" lnSpcReduction="10000"/>
          </a:bodyPr>
          <a:lstStyle/>
          <a:p>
            <a:pPr algn="ctr"/>
            <a:r>
              <a:rPr lang="en-US" sz="1485" kern="0" dirty="0">
                <a:ln>
                  <a:noFill/>
                  <a:prstDash val="sysDot"/>
                </a:ln>
                <a:solidFill>
                  <a:schemeClr val="lt1">
                    <a:lumMod val="100000"/>
                  </a:schemeClr>
                </a:solidFill>
                <a:latin typeface="+mn-lt"/>
              </a:rPr>
              <a:t>Analyze attacker behavior (e.g., typing speed, tool usage like Kali Linux).</a:t>
            </a:r>
          </a:p>
        </p:txBody>
      </p:sp>
      <p:sp>
        <p:nvSpPr>
          <p:cNvPr id="162" name="任意多边形: 形状 7"/>
          <p:cNvSpPr/>
          <p:nvPr>
            <p:custDataLst>
              <p:tags r:id="rId8"/>
            </p:custDataLst>
          </p:nvPr>
        </p:nvSpPr>
        <p:spPr>
          <a:xfrm>
            <a:off x="6029792" y="2146962"/>
            <a:ext cx="1945139" cy="1000658"/>
          </a:xfrm>
          <a:custGeom>
            <a:avLst/>
            <a:gdLst>
              <a:gd name="connsiteX0" fmla="*/ 0 w 2979534"/>
              <a:gd name="connsiteY0" fmla="*/ 0 h 1899874"/>
              <a:gd name="connsiteX1" fmla="*/ 2979534 w 2979534"/>
              <a:gd name="connsiteY1" fmla="*/ 0 h 1899874"/>
              <a:gd name="connsiteX2" fmla="*/ 2979534 w 2979534"/>
              <a:gd name="connsiteY2" fmla="*/ 1507390 h 1899874"/>
              <a:gd name="connsiteX3" fmla="*/ 1354752 w 2979534"/>
              <a:gd name="connsiteY3" fmla="*/ 1507390 h 1899874"/>
              <a:gd name="connsiteX4" fmla="*/ 919837 w 2979534"/>
              <a:gd name="connsiteY4" fmla="*/ 1899874 h 1899874"/>
              <a:gd name="connsiteX5" fmla="*/ 949571 w 2979534"/>
              <a:gd name="connsiteY5" fmla="*/ 1507390 h 1899874"/>
              <a:gd name="connsiteX6" fmla="*/ 0 w 2979534"/>
              <a:gd name="connsiteY6" fmla="*/ 1507390 h 1899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79534" h="1899874">
                <a:moveTo>
                  <a:pt x="0" y="0"/>
                </a:moveTo>
                <a:lnTo>
                  <a:pt x="2979534" y="0"/>
                </a:lnTo>
                <a:lnTo>
                  <a:pt x="2979534" y="1507390"/>
                </a:lnTo>
                <a:lnTo>
                  <a:pt x="1354752" y="1507390"/>
                </a:lnTo>
                <a:lnTo>
                  <a:pt x="919837" y="1899874"/>
                </a:lnTo>
                <a:lnTo>
                  <a:pt x="949571" y="1507390"/>
                </a:lnTo>
                <a:lnTo>
                  <a:pt x="0" y="150739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670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3" name="任意多边形: 形状 12"/>
          <p:cNvSpPr/>
          <p:nvPr>
            <p:custDataLst>
              <p:tags r:id="rId9"/>
            </p:custDataLst>
          </p:nvPr>
        </p:nvSpPr>
        <p:spPr>
          <a:xfrm flipH="1">
            <a:off x="5205131" y="2323743"/>
            <a:ext cx="2265197" cy="1000657"/>
          </a:xfrm>
          <a:custGeom>
            <a:avLst/>
            <a:gdLst>
              <a:gd name="connsiteX0" fmla="*/ 0 w 3231726"/>
              <a:gd name="connsiteY0" fmla="*/ 0 h 2185192"/>
              <a:gd name="connsiteX1" fmla="*/ 3231726 w 3231726"/>
              <a:gd name="connsiteY1" fmla="*/ 0 h 2185192"/>
              <a:gd name="connsiteX2" fmla="*/ 3231726 w 3231726"/>
              <a:gd name="connsiteY2" fmla="*/ 1836000 h 2185192"/>
              <a:gd name="connsiteX3" fmla="*/ 2925662 w 3231726"/>
              <a:gd name="connsiteY3" fmla="*/ 1836000 h 2185192"/>
              <a:gd name="connsiteX4" fmla="*/ 3062302 w 3231726"/>
              <a:gd name="connsiteY4" fmla="*/ 2185192 h 2185192"/>
              <a:gd name="connsiteX5" fmla="*/ 2490350 w 3231726"/>
              <a:gd name="connsiteY5" fmla="*/ 1836000 h 2185192"/>
              <a:gd name="connsiteX6" fmla="*/ 0 w 3231726"/>
              <a:gd name="connsiteY6" fmla="*/ 1836000 h 2185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31726" h="2185192">
                <a:moveTo>
                  <a:pt x="0" y="0"/>
                </a:moveTo>
                <a:lnTo>
                  <a:pt x="3231726" y="0"/>
                </a:lnTo>
                <a:lnTo>
                  <a:pt x="3231726" y="1836000"/>
                </a:lnTo>
                <a:lnTo>
                  <a:pt x="2925662" y="1836000"/>
                </a:lnTo>
                <a:lnTo>
                  <a:pt x="3062302" y="2185192"/>
                </a:lnTo>
                <a:lnTo>
                  <a:pt x="2490350" y="1836000"/>
                </a:lnTo>
                <a:lnTo>
                  <a:pt x="0" y="1836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0083" rIns="100083" rtlCol="0" anchor="ctr">
            <a:normAutofit/>
          </a:bodyPr>
          <a:lstStyle/>
          <a:p>
            <a:pPr algn="ctr"/>
            <a:r>
              <a:rPr lang="en-US" sz="1485" kern="0" dirty="0">
                <a:ln>
                  <a:noFill/>
                  <a:prstDash val="sysDot"/>
                </a:ln>
                <a:solidFill>
                  <a:schemeClr val="lt1">
                    <a:lumMod val="100000"/>
                  </a:schemeClr>
                </a:solidFill>
                <a:latin typeface="+mn-lt"/>
              </a:rPr>
              <a:t>Reduce execution time via in-memory processing and parallel operations.</a:t>
            </a:r>
          </a:p>
        </p:txBody>
      </p:sp>
      <p:sp>
        <p:nvSpPr>
          <p:cNvPr id="164" name="任意多边形: 形状 17"/>
          <p:cNvSpPr/>
          <p:nvPr>
            <p:custDataLst>
              <p:tags r:id="rId10"/>
            </p:custDataLst>
          </p:nvPr>
        </p:nvSpPr>
        <p:spPr>
          <a:xfrm flipH="1">
            <a:off x="5442103" y="3320919"/>
            <a:ext cx="2792690" cy="886379"/>
          </a:xfrm>
          <a:custGeom>
            <a:avLst/>
            <a:gdLst>
              <a:gd name="connsiteX0" fmla="*/ 0 w 3480888"/>
              <a:gd name="connsiteY0" fmla="*/ 0 h 1533525"/>
              <a:gd name="connsiteX1" fmla="*/ 3149648 w 3480888"/>
              <a:gd name="connsiteY1" fmla="*/ 0 h 1533525"/>
              <a:gd name="connsiteX2" fmla="*/ 3149648 w 3480888"/>
              <a:gd name="connsiteY2" fmla="*/ 823081 h 1533525"/>
              <a:gd name="connsiteX3" fmla="*/ 3480888 w 3480888"/>
              <a:gd name="connsiteY3" fmla="*/ 914457 h 1533525"/>
              <a:gd name="connsiteX4" fmla="*/ 3149648 w 3480888"/>
              <a:gd name="connsiteY4" fmla="*/ 1120562 h 1533525"/>
              <a:gd name="connsiteX5" fmla="*/ 3149648 w 3480888"/>
              <a:gd name="connsiteY5" fmla="*/ 1533525 h 1533525"/>
              <a:gd name="connsiteX6" fmla="*/ 0 w 3480888"/>
              <a:gd name="connsiteY6" fmla="*/ 1533525 h 1533525"/>
              <a:gd name="connsiteX0-1" fmla="*/ 0 w 3474538"/>
              <a:gd name="connsiteY0-2" fmla="*/ 0 h 1533525"/>
              <a:gd name="connsiteX1-3" fmla="*/ 3149648 w 3474538"/>
              <a:gd name="connsiteY1-4" fmla="*/ 0 h 1533525"/>
              <a:gd name="connsiteX2-5" fmla="*/ 3149648 w 3474538"/>
              <a:gd name="connsiteY2-6" fmla="*/ 823081 h 1533525"/>
              <a:gd name="connsiteX3-7" fmla="*/ 3474538 w 3474538"/>
              <a:gd name="connsiteY3-8" fmla="*/ 958907 h 1533525"/>
              <a:gd name="connsiteX4-9" fmla="*/ 3149648 w 3474538"/>
              <a:gd name="connsiteY4-10" fmla="*/ 1120562 h 1533525"/>
              <a:gd name="connsiteX5-11" fmla="*/ 3149648 w 3474538"/>
              <a:gd name="connsiteY5-12" fmla="*/ 1533525 h 1533525"/>
              <a:gd name="connsiteX6-13" fmla="*/ 0 w 3474538"/>
              <a:gd name="connsiteY6-14" fmla="*/ 1533525 h 1533525"/>
              <a:gd name="connsiteX7" fmla="*/ 0 w 3474538"/>
              <a:gd name="connsiteY7" fmla="*/ 0 h 1533525"/>
              <a:gd name="connsiteX0-15" fmla="*/ 0 w 3474538"/>
              <a:gd name="connsiteY0-16" fmla="*/ 0 h 1533525"/>
              <a:gd name="connsiteX1-17" fmla="*/ 3149648 w 3474538"/>
              <a:gd name="connsiteY1-18" fmla="*/ 0 h 1533525"/>
              <a:gd name="connsiteX2-19" fmla="*/ 3149648 w 3474538"/>
              <a:gd name="connsiteY2-20" fmla="*/ 823081 h 1533525"/>
              <a:gd name="connsiteX3-21" fmla="*/ 3474538 w 3474538"/>
              <a:gd name="connsiteY3-22" fmla="*/ 1157079 h 1533525"/>
              <a:gd name="connsiteX4-23" fmla="*/ 3149648 w 3474538"/>
              <a:gd name="connsiteY4-24" fmla="*/ 1120562 h 1533525"/>
              <a:gd name="connsiteX5-25" fmla="*/ 3149648 w 3474538"/>
              <a:gd name="connsiteY5-26" fmla="*/ 1533525 h 1533525"/>
              <a:gd name="connsiteX6-27" fmla="*/ 0 w 3474538"/>
              <a:gd name="connsiteY6-28" fmla="*/ 1533525 h 1533525"/>
              <a:gd name="connsiteX7-29" fmla="*/ 0 w 3474538"/>
              <a:gd name="connsiteY7-30" fmla="*/ 0 h 1533525"/>
              <a:gd name="connsiteX0-31" fmla="*/ 0 w 3547544"/>
              <a:gd name="connsiteY0-32" fmla="*/ 0 h 1533525"/>
              <a:gd name="connsiteX1-33" fmla="*/ 3149648 w 3547544"/>
              <a:gd name="connsiteY1-34" fmla="*/ 0 h 1533525"/>
              <a:gd name="connsiteX2-35" fmla="*/ 3149648 w 3547544"/>
              <a:gd name="connsiteY2-36" fmla="*/ 823081 h 1533525"/>
              <a:gd name="connsiteX3-37" fmla="*/ 3547544 w 3547544"/>
              <a:gd name="connsiteY3-38" fmla="*/ 920928 h 1533525"/>
              <a:gd name="connsiteX4-39" fmla="*/ 3149648 w 3547544"/>
              <a:gd name="connsiteY4-40" fmla="*/ 1120562 h 1533525"/>
              <a:gd name="connsiteX5-41" fmla="*/ 3149648 w 3547544"/>
              <a:gd name="connsiteY5-42" fmla="*/ 1533525 h 1533525"/>
              <a:gd name="connsiteX6-43" fmla="*/ 0 w 3547544"/>
              <a:gd name="connsiteY6-44" fmla="*/ 1533525 h 1533525"/>
              <a:gd name="connsiteX7-45" fmla="*/ 0 w 3547544"/>
              <a:gd name="connsiteY7-46" fmla="*/ 0 h 15335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29" y="connsiteY7-30"/>
              </a:cxn>
            </a:cxnLst>
            <a:rect l="l" t="t" r="r" b="b"/>
            <a:pathLst>
              <a:path w="3547544" h="1533525">
                <a:moveTo>
                  <a:pt x="0" y="0"/>
                </a:moveTo>
                <a:lnTo>
                  <a:pt x="3149648" y="0"/>
                </a:lnTo>
                <a:lnTo>
                  <a:pt x="3149648" y="823081"/>
                </a:lnTo>
                <a:lnTo>
                  <a:pt x="3547544" y="920928"/>
                </a:lnTo>
                <a:lnTo>
                  <a:pt x="3149648" y="1120562"/>
                </a:lnTo>
                <a:lnTo>
                  <a:pt x="3149648" y="1533525"/>
                </a:lnTo>
                <a:lnTo>
                  <a:pt x="0" y="15335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58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34030" tIns="233528" rIns="366973" rtlCol="0" anchor="ctr">
            <a:normAutofit fontScale="97500" lnSpcReduction="10000"/>
          </a:bodyPr>
          <a:lstStyle/>
          <a:p>
            <a:pPr algn="ctr"/>
            <a:r>
              <a:rPr lang="en-US" sz="1485" kern="0" dirty="0">
                <a:ln>
                  <a:noFill/>
                  <a:prstDash val="sysDot"/>
                </a:ln>
                <a:solidFill>
                  <a:schemeClr val="lt1">
                    <a:lumMod val="100000"/>
                  </a:schemeClr>
                </a:solidFill>
                <a:latin typeface="+mn-lt"/>
              </a:rPr>
              <a:t>Identify attack patterns, trends, and suspicious behaviors.</a:t>
            </a:r>
          </a:p>
        </p:txBody>
      </p:sp>
      <p:sp>
        <p:nvSpPr>
          <p:cNvPr id="165" name="任意多边形: 形状 21"/>
          <p:cNvSpPr/>
          <p:nvPr>
            <p:custDataLst>
              <p:tags r:id="rId11"/>
            </p:custDataLst>
          </p:nvPr>
        </p:nvSpPr>
        <p:spPr>
          <a:xfrm flipH="1">
            <a:off x="4835456" y="4380181"/>
            <a:ext cx="2443296" cy="863226"/>
          </a:xfrm>
          <a:custGeom>
            <a:avLst/>
            <a:gdLst>
              <a:gd name="connsiteX0" fmla="*/ 0 w 3480888"/>
              <a:gd name="connsiteY0" fmla="*/ 0 h 1533525"/>
              <a:gd name="connsiteX1" fmla="*/ 3149648 w 3480888"/>
              <a:gd name="connsiteY1" fmla="*/ 0 h 1533525"/>
              <a:gd name="connsiteX2" fmla="*/ 3149648 w 3480888"/>
              <a:gd name="connsiteY2" fmla="*/ 823081 h 1533525"/>
              <a:gd name="connsiteX3" fmla="*/ 3480888 w 3480888"/>
              <a:gd name="connsiteY3" fmla="*/ 914457 h 1533525"/>
              <a:gd name="connsiteX4" fmla="*/ 3149648 w 3480888"/>
              <a:gd name="connsiteY4" fmla="*/ 1120562 h 1533525"/>
              <a:gd name="connsiteX5" fmla="*/ 3149648 w 3480888"/>
              <a:gd name="connsiteY5" fmla="*/ 1533525 h 1533525"/>
              <a:gd name="connsiteX6" fmla="*/ 0 w 3480888"/>
              <a:gd name="connsiteY6" fmla="*/ 1533525 h 1533525"/>
              <a:gd name="connsiteX0-1" fmla="*/ 0 w 3474538"/>
              <a:gd name="connsiteY0-2" fmla="*/ 0 h 1533525"/>
              <a:gd name="connsiteX1-3" fmla="*/ 3149648 w 3474538"/>
              <a:gd name="connsiteY1-4" fmla="*/ 0 h 1533525"/>
              <a:gd name="connsiteX2-5" fmla="*/ 3149648 w 3474538"/>
              <a:gd name="connsiteY2-6" fmla="*/ 823081 h 1533525"/>
              <a:gd name="connsiteX3-7" fmla="*/ 3474538 w 3474538"/>
              <a:gd name="connsiteY3-8" fmla="*/ 958907 h 1533525"/>
              <a:gd name="connsiteX4-9" fmla="*/ 3149648 w 3474538"/>
              <a:gd name="connsiteY4-10" fmla="*/ 1120562 h 1533525"/>
              <a:gd name="connsiteX5-11" fmla="*/ 3149648 w 3474538"/>
              <a:gd name="connsiteY5-12" fmla="*/ 1533525 h 1533525"/>
              <a:gd name="connsiteX6-13" fmla="*/ 0 w 3474538"/>
              <a:gd name="connsiteY6-14" fmla="*/ 1533525 h 1533525"/>
              <a:gd name="connsiteX7" fmla="*/ 0 w 3474538"/>
              <a:gd name="connsiteY7" fmla="*/ 0 h 1533525"/>
              <a:gd name="connsiteX0-15" fmla="*/ 0 w 3485890"/>
              <a:gd name="connsiteY0-16" fmla="*/ 0 h 1533525"/>
              <a:gd name="connsiteX1-17" fmla="*/ 3149648 w 3485890"/>
              <a:gd name="connsiteY1-18" fmla="*/ 0 h 1533525"/>
              <a:gd name="connsiteX2-19" fmla="*/ 3149648 w 3485890"/>
              <a:gd name="connsiteY2-20" fmla="*/ 823081 h 1533525"/>
              <a:gd name="connsiteX3-21" fmla="*/ 3485890 w 3485890"/>
              <a:gd name="connsiteY3-22" fmla="*/ 682983 h 1533525"/>
              <a:gd name="connsiteX4-23" fmla="*/ 3149648 w 3485890"/>
              <a:gd name="connsiteY4-24" fmla="*/ 1120562 h 1533525"/>
              <a:gd name="connsiteX5-25" fmla="*/ 3149648 w 3485890"/>
              <a:gd name="connsiteY5-26" fmla="*/ 1533525 h 1533525"/>
              <a:gd name="connsiteX6-27" fmla="*/ 0 w 3485890"/>
              <a:gd name="connsiteY6-28" fmla="*/ 1533525 h 1533525"/>
              <a:gd name="connsiteX7-29" fmla="*/ 0 w 3485890"/>
              <a:gd name="connsiteY7-30" fmla="*/ 0 h 1533525"/>
              <a:gd name="connsiteX0-31" fmla="*/ 0 w 3485890"/>
              <a:gd name="connsiteY0-32" fmla="*/ 0 h 1533525"/>
              <a:gd name="connsiteX1-33" fmla="*/ 3149648 w 3485890"/>
              <a:gd name="connsiteY1-34" fmla="*/ 0 h 1533525"/>
              <a:gd name="connsiteX2-35" fmla="*/ 3159662 w 3485890"/>
              <a:gd name="connsiteY2-36" fmla="*/ 516784 h 1533525"/>
              <a:gd name="connsiteX3-37" fmla="*/ 3485890 w 3485890"/>
              <a:gd name="connsiteY3-38" fmla="*/ 682983 h 1533525"/>
              <a:gd name="connsiteX4-39" fmla="*/ 3149648 w 3485890"/>
              <a:gd name="connsiteY4-40" fmla="*/ 1120562 h 1533525"/>
              <a:gd name="connsiteX5-41" fmla="*/ 3149648 w 3485890"/>
              <a:gd name="connsiteY5-42" fmla="*/ 1533525 h 1533525"/>
              <a:gd name="connsiteX6-43" fmla="*/ 0 w 3485890"/>
              <a:gd name="connsiteY6-44" fmla="*/ 1533525 h 1533525"/>
              <a:gd name="connsiteX7-45" fmla="*/ 0 w 3485890"/>
              <a:gd name="connsiteY7-46" fmla="*/ 0 h 1533525"/>
              <a:gd name="connsiteX0-47" fmla="*/ 0 w 3485890"/>
              <a:gd name="connsiteY0-48" fmla="*/ 0 h 1533525"/>
              <a:gd name="connsiteX1-49" fmla="*/ 3149648 w 3485890"/>
              <a:gd name="connsiteY1-50" fmla="*/ 0 h 1533525"/>
              <a:gd name="connsiteX2-51" fmla="*/ 3159662 w 3485890"/>
              <a:gd name="connsiteY2-52" fmla="*/ 516784 h 1533525"/>
              <a:gd name="connsiteX3-53" fmla="*/ 3485890 w 3485890"/>
              <a:gd name="connsiteY3-54" fmla="*/ 682983 h 1533525"/>
              <a:gd name="connsiteX4-55" fmla="*/ 3159662 w 3485890"/>
              <a:gd name="connsiteY4-56" fmla="*/ 814266 h 1533525"/>
              <a:gd name="connsiteX5-57" fmla="*/ 3149648 w 3485890"/>
              <a:gd name="connsiteY5-58" fmla="*/ 1533525 h 1533525"/>
              <a:gd name="connsiteX6-59" fmla="*/ 0 w 3485890"/>
              <a:gd name="connsiteY6-60" fmla="*/ 1533525 h 1533525"/>
              <a:gd name="connsiteX7-61" fmla="*/ 0 w 3485890"/>
              <a:gd name="connsiteY7-62" fmla="*/ 0 h 1533525"/>
              <a:gd name="connsiteX0-63" fmla="*/ 0 w 3405779"/>
              <a:gd name="connsiteY0-64" fmla="*/ 0 h 1533525"/>
              <a:gd name="connsiteX1-65" fmla="*/ 3149648 w 3405779"/>
              <a:gd name="connsiteY1-66" fmla="*/ 0 h 1533525"/>
              <a:gd name="connsiteX2-67" fmla="*/ 3159662 w 3405779"/>
              <a:gd name="connsiteY2-68" fmla="*/ 516784 h 1533525"/>
              <a:gd name="connsiteX3-69" fmla="*/ 3405779 w 3405779"/>
              <a:gd name="connsiteY3-70" fmla="*/ 198013 h 1533525"/>
              <a:gd name="connsiteX4-71" fmla="*/ 3159662 w 3405779"/>
              <a:gd name="connsiteY4-72" fmla="*/ 814266 h 1533525"/>
              <a:gd name="connsiteX5-73" fmla="*/ 3149648 w 3405779"/>
              <a:gd name="connsiteY5-74" fmla="*/ 1533525 h 1533525"/>
              <a:gd name="connsiteX6-75" fmla="*/ 0 w 3405779"/>
              <a:gd name="connsiteY6-76" fmla="*/ 1533525 h 1533525"/>
              <a:gd name="connsiteX7-77" fmla="*/ 0 w 3405779"/>
              <a:gd name="connsiteY7-78" fmla="*/ 0 h 15335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29" y="connsiteY7-30"/>
              </a:cxn>
            </a:cxnLst>
            <a:rect l="l" t="t" r="r" b="b"/>
            <a:pathLst>
              <a:path w="3405779" h="1533525">
                <a:moveTo>
                  <a:pt x="0" y="0"/>
                </a:moveTo>
                <a:lnTo>
                  <a:pt x="3149648" y="0"/>
                </a:lnTo>
                <a:lnTo>
                  <a:pt x="3159662" y="516784"/>
                </a:lnTo>
                <a:lnTo>
                  <a:pt x="3405779" y="198013"/>
                </a:lnTo>
                <a:lnTo>
                  <a:pt x="3159662" y="814266"/>
                </a:lnTo>
                <a:lnTo>
                  <a:pt x="3149648" y="1533525"/>
                </a:lnTo>
                <a:lnTo>
                  <a:pt x="0" y="15335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158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33612" tIns="266889" rIns="100083" rtlCol="0" anchor="ctr">
            <a:normAutofit fontScale="90000" lnSpcReduction="10000"/>
          </a:bodyPr>
          <a:lstStyle/>
          <a:p>
            <a:pPr algn="ctr"/>
            <a:r>
              <a:rPr lang="en-US" sz="1485" kern="0" dirty="0">
                <a:ln>
                  <a:noFill/>
                  <a:prstDash val="sysDot"/>
                </a:ln>
                <a:solidFill>
                  <a:schemeClr val="lt1">
                    <a:lumMod val="100000"/>
                  </a:schemeClr>
                </a:solidFill>
                <a:latin typeface="+mn-lt"/>
              </a:rPr>
              <a:t>Determine top attacking countries and geographical distribution.</a:t>
            </a:r>
          </a:p>
        </p:txBody>
      </p:sp>
      <p:sp>
        <p:nvSpPr>
          <p:cNvPr id="166" name="图片 7" descr="343439383331313b343532303032333bc6f3d2b5bcf2bde9"/>
          <p:cNvSpPr/>
          <p:nvPr>
            <p:custDataLst>
              <p:tags r:id="rId12"/>
            </p:custDataLst>
          </p:nvPr>
        </p:nvSpPr>
        <p:spPr>
          <a:xfrm>
            <a:off x="4330233" y="3593910"/>
            <a:ext cx="483646" cy="483646"/>
          </a:xfrm>
          <a:custGeom>
            <a:avLst/>
            <a:gdLst>
              <a:gd name="connsiteX0" fmla="*/ 625851 w 648000"/>
              <a:gd name="connsiteY0" fmla="*/ 601551 h 648000"/>
              <a:gd name="connsiteX1" fmla="*/ 648114 w 648000"/>
              <a:gd name="connsiteY1" fmla="*/ 625851 h 648000"/>
              <a:gd name="connsiteX2" fmla="*/ 625851 w 648000"/>
              <a:gd name="connsiteY2" fmla="*/ 648114 h 648000"/>
              <a:gd name="connsiteX3" fmla="*/ 22331 w 648000"/>
              <a:gd name="connsiteY3" fmla="*/ 648114 h 648000"/>
              <a:gd name="connsiteX4" fmla="*/ 114 w 648000"/>
              <a:gd name="connsiteY4" fmla="*/ 623814 h 648000"/>
              <a:gd name="connsiteX5" fmla="*/ 22377 w 648000"/>
              <a:gd name="connsiteY5" fmla="*/ 601551 h 648000"/>
              <a:gd name="connsiteX6" fmla="*/ 56814 w 648000"/>
              <a:gd name="connsiteY6" fmla="*/ 601551 h 648000"/>
              <a:gd name="connsiteX7" fmla="*/ 56814 w 648000"/>
              <a:gd name="connsiteY7" fmla="*/ 32514 h 648000"/>
              <a:gd name="connsiteX8" fmla="*/ 89214 w 648000"/>
              <a:gd name="connsiteY8" fmla="*/ 114 h 648000"/>
              <a:gd name="connsiteX9" fmla="*/ 386878 w 648000"/>
              <a:gd name="connsiteY9" fmla="*/ 114 h 648000"/>
              <a:gd name="connsiteX10" fmla="*/ 419278 w 648000"/>
              <a:gd name="connsiteY10" fmla="*/ 32514 h 648000"/>
              <a:gd name="connsiteX11" fmla="*/ 419278 w 648000"/>
              <a:gd name="connsiteY11" fmla="*/ 212751 h 648000"/>
              <a:gd name="connsiteX12" fmla="*/ 546887 w 648000"/>
              <a:gd name="connsiteY12" fmla="*/ 253251 h 648000"/>
              <a:gd name="connsiteX13" fmla="*/ 591414 w 648000"/>
              <a:gd name="connsiteY13" fmla="*/ 313978 h 648000"/>
              <a:gd name="connsiteX14" fmla="*/ 591414 w 648000"/>
              <a:gd name="connsiteY14" fmla="*/ 601551 h 648000"/>
              <a:gd name="connsiteX15" fmla="*/ 625851 w 648000"/>
              <a:gd name="connsiteY15" fmla="*/ 601551 h 648000"/>
              <a:gd name="connsiteX16" fmla="*/ 267414 w 648000"/>
              <a:gd name="connsiteY16" fmla="*/ 135731 h 648000"/>
              <a:gd name="connsiteX17" fmla="*/ 267414 w 648000"/>
              <a:gd name="connsiteY17" fmla="*/ 192431 h 648000"/>
              <a:gd name="connsiteX18" fmla="*/ 358551 w 648000"/>
              <a:gd name="connsiteY18" fmla="*/ 192431 h 648000"/>
              <a:gd name="connsiteX19" fmla="*/ 358551 w 648000"/>
              <a:gd name="connsiteY19" fmla="*/ 135777 h 648000"/>
              <a:gd name="connsiteX20" fmla="*/ 267414 w 648000"/>
              <a:gd name="connsiteY20" fmla="*/ 135777 h 648000"/>
              <a:gd name="connsiteX21" fmla="*/ 267414 w 648000"/>
              <a:gd name="connsiteY21" fmla="*/ 135777 h 648000"/>
              <a:gd name="connsiteX22" fmla="*/ 267414 w 648000"/>
              <a:gd name="connsiteY22" fmla="*/ 135731 h 648000"/>
              <a:gd name="connsiteX23" fmla="*/ 208678 w 648000"/>
              <a:gd name="connsiteY23" fmla="*/ 494168 h 648000"/>
              <a:gd name="connsiteX24" fmla="*/ 208678 w 648000"/>
              <a:gd name="connsiteY24" fmla="*/ 437514 h 648000"/>
              <a:gd name="connsiteX25" fmla="*/ 117587 w 648000"/>
              <a:gd name="connsiteY25" fmla="*/ 437514 h 648000"/>
              <a:gd name="connsiteX26" fmla="*/ 117587 w 648000"/>
              <a:gd name="connsiteY26" fmla="*/ 494214 h 648000"/>
              <a:gd name="connsiteX27" fmla="*/ 208678 w 648000"/>
              <a:gd name="connsiteY27" fmla="*/ 494214 h 648000"/>
              <a:gd name="connsiteX28" fmla="*/ 208678 w 648000"/>
              <a:gd name="connsiteY28" fmla="*/ 494214 h 648000"/>
              <a:gd name="connsiteX29" fmla="*/ 208678 w 648000"/>
              <a:gd name="connsiteY29" fmla="*/ 494168 h 648000"/>
              <a:gd name="connsiteX30" fmla="*/ 117587 w 648000"/>
              <a:gd name="connsiteY30" fmla="*/ 344341 h 648000"/>
              <a:gd name="connsiteX31" fmla="*/ 208678 w 648000"/>
              <a:gd name="connsiteY31" fmla="*/ 344341 h 648000"/>
              <a:gd name="connsiteX32" fmla="*/ 208678 w 648000"/>
              <a:gd name="connsiteY32" fmla="*/ 287687 h 648000"/>
              <a:gd name="connsiteX33" fmla="*/ 117587 w 648000"/>
              <a:gd name="connsiteY33" fmla="*/ 287687 h 648000"/>
              <a:gd name="connsiteX34" fmla="*/ 117587 w 648000"/>
              <a:gd name="connsiteY34" fmla="*/ 344434 h 648000"/>
              <a:gd name="connsiteX35" fmla="*/ 117587 w 648000"/>
              <a:gd name="connsiteY35" fmla="*/ 344341 h 648000"/>
              <a:gd name="connsiteX36" fmla="*/ 117587 w 648000"/>
              <a:gd name="connsiteY36" fmla="*/ 192524 h 648000"/>
              <a:gd name="connsiteX37" fmla="*/ 208678 w 648000"/>
              <a:gd name="connsiteY37" fmla="*/ 192524 h 648000"/>
              <a:gd name="connsiteX38" fmla="*/ 208678 w 648000"/>
              <a:gd name="connsiteY38" fmla="*/ 135731 h 648000"/>
              <a:gd name="connsiteX39" fmla="*/ 117587 w 648000"/>
              <a:gd name="connsiteY39" fmla="*/ 135731 h 648000"/>
              <a:gd name="connsiteX40" fmla="*/ 117587 w 648000"/>
              <a:gd name="connsiteY40" fmla="*/ 192431 h 648000"/>
              <a:gd name="connsiteX41" fmla="*/ 117587 w 648000"/>
              <a:gd name="connsiteY41" fmla="*/ 192524 h 648000"/>
              <a:gd name="connsiteX42" fmla="*/ 267414 w 648000"/>
              <a:gd name="connsiteY42" fmla="*/ 285651 h 648000"/>
              <a:gd name="connsiteX43" fmla="*/ 267414 w 648000"/>
              <a:gd name="connsiteY43" fmla="*/ 344387 h 648000"/>
              <a:gd name="connsiteX44" fmla="*/ 358551 w 648000"/>
              <a:gd name="connsiteY44" fmla="*/ 344387 h 648000"/>
              <a:gd name="connsiteX45" fmla="*/ 358551 w 648000"/>
              <a:gd name="connsiteY45" fmla="*/ 285604 h 648000"/>
              <a:gd name="connsiteX46" fmla="*/ 267414 w 648000"/>
              <a:gd name="connsiteY46" fmla="*/ 285604 h 648000"/>
              <a:gd name="connsiteX47" fmla="*/ 267414 w 648000"/>
              <a:gd name="connsiteY47" fmla="*/ 285604 h 648000"/>
              <a:gd name="connsiteX48" fmla="*/ 267414 w 648000"/>
              <a:gd name="connsiteY48" fmla="*/ 285651 h 648000"/>
              <a:gd name="connsiteX49" fmla="*/ 360587 w 648000"/>
              <a:gd name="connsiteY49" fmla="*/ 494214 h 648000"/>
              <a:gd name="connsiteX50" fmla="*/ 360587 w 648000"/>
              <a:gd name="connsiteY50" fmla="*/ 437514 h 648000"/>
              <a:gd name="connsiteX51" fmla="*/ 269404 w 648000"/>
              <a:gd name="connsiteY51" fmla="*/ 437514 h 648000"/>
              <a:gd name="connsiteX52" fmla="*/ 269404 w 648000"/>
              <a:gd name="connsiteY52" fmla="*/ 494214 h 648000"/>
              <a:gd name="connsiteX53" fmla="*/ 360587 w 648000"/>
              <a:gd name="connsiteY53" fmla="*/ 494214 h 648000"/>
              <a:gd name="connsiteX54" fmla="*/ 360587 w 648000"/>
              <a:gd name="connsiteY54" fmla="*/ 494214 h 648000"/>
              <a:gd name="connsiteX55" fmla="*/ 457787 w 648000"/>
              <a:gd name="connsiteY55" fmla="*/ 561051 h 648000"/>
              <a:gd name="connsiteX56" fmla="*/ 504351 w 648000"/>
              <a:gd name="connsiteY56" fmla="*/ 561051 h 648000"/>
              <a:gd name="connsiteX57" fmla="*/ 504351 w 648000"/>
              <a:gd name="connsiteY57" fmla="*/ 467878 h 648000"/>
              <a:gd name="connsiteX58" fmla="*/ 457787 w 648000"/>
              <a:gd name="connsiteY58" fmla="*/ 467878 h 648000"/>
              <a:gd name="connsiteX59" fmla="*/ 457787 w 648000"/>
              <a:gd name="connsiteY59" fmla="*/ 561051 h 648000"/>
              <a:gd name="connsiteX60" fmla="*/ 457787 w 648000"/>
              <a:gd name="connsiteY60" fmla="*/ 425387 h 648000"/>
              <a:gd name="connsiteX61" fmla="*/ 504351 w 648000"/>
              <a:gd name="connsiteY61" fmla="*/ 425387 h 648000"/>
              <a:gd name="connsiteX62" fmla="*/ 504351 w 648000"/>
              <a:gd name="connsiteY62" fmla="*/ 332214 h 648000"/>
              <a:gd name="connsiteX63" fmla="*/ 457787 w 648000"/>
              <a:gd name="connsiteY63" fmla="*/ 332214 h 648000"/>
              <a:gd name="connsiteX64" fmla="*/ 457787 w 648000"/>
              <a:gd name="connsiteY64" fmla="*/ 425387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648000" h="648000">
                <a:moveTo>
                  <a:pt x="625851" y="601551"/>
                </a:moveTo>
                <a:cubicBezTo>
                  <a:pt x="637978" y="601551"/>
                  <a:pt x="648114" y="611641"/>
                  <a:pt x="648114" y="625851"/>
                </a:cubicBezTo>
                <a:cubicBezTo>
                  <a:pt x="647989" y="638093"/>
                  <a:pt x="638093" y="647989"/>
                  <a:pt x="625851" y="648114"/>
                </a:cubicBezTo>
                <a:lnTo>
                  <a:pt x="22331" y="648114"/>
                </a:lnTo>
                <a:cubicBezTo>
                  <a:pt x="10297" y="648114"/>
                  <a:pt x="114" y="637978"/>
                  <a:pt x="114" y="623814"/>
                </a:cubicBezTo>
                <a:cubicBezTo>
                  <a:pt x="114" y="611641"/>
                  <a:pt x="10251" y="601551"/>
                  <a:pt x="22377" y="601551"/>
                </a:cubicBezTo>
                <a:lnTo>
                  <a:pt x="56814" y="601551"/>
                </a:lnTo>
                <a:lnTo>
                  <a:pt x="56814" y="32514"/>
                </a:lnTo>
                <a:cubicBezTo>
                  <a:pt x="56814" y="14277"/>
                  <a:pt x="70977" y="114"/>
                  <a:pt x="89214" y="114"/>
                </a:cubicBezTo>
                <a:lnTo>
                  <a:pt x="386878" y="114"/>
                </a:lnTo>
                <a:cubicBezTo>
                  <a:pt x="405114" y="114"/>
                  <a:pt x="419278" y="14277"/>
                  <a:pt x="419278" y="32514"/>
                </a:cubicBezTo>
                <a:lnTo>
                  <a:pt x="419278" y="212751"/>
                </a:lnTo>
                <a:lnTo>
                  <a:pt x="546887" y="253251"/>
                </a:lnTo>
                <a:cubicBezTo>
                  <a:pt x="573178" y="261351"/>
                  <a:pt x="591414" y="285651"/>
                  <a:pt x="591414" y="313978"/>
                </a:cubicBezTo>
                <a:lnTo>
                  <a:pt x="591414" y="601551"/>
                </a:lnTo>
                <a:lnTo>
                  <a:pt x="625851" y="601551"/>
                </a:lnTo>
                <a:moveTo>
                  <a:pt x="267414" y="135731"/>
                </a:moveTo>
                <a:lnTo>
                  <a:pt x="267414" y="192431"/>
                </a:lnTo>
                <a:lnTo>
                  <a:pt x="358551" y="192431"/>
                </a:lnTo>
                <a:lnTo>
                  <a:pt x="358551" y="135777"/>
                </a:lnTo>
                <a:lnTo>
                  <a:pt x="267414" y="135777"/>
                </a:lnTo>
                <a:cubicBezTo>
                  <a:pt x="269451" y="133741"/>
                  <a:pt x="267414" y="133741"/>
                  <a:pt x="267414" y="135777"/>
                </a:cubicBezTo>
                <a:lnTo>
                  <a:pt x="267414" y="135731"/>
                </a:lnTo>
                <a:moveTo>
                  <a:pt x="208678" y="494168"/>
                </a:moveTo>
                <a:lnTo>
                  <a:pt x="208678" y="437514"/>
                </a:lnTo>
                <a:lnTo>
                  <a:pt x="117587" y="437514"/>
                </a:lnTo>
                <a:lnTo>
                  <a:pt x="117587" y="494214"/>
                </a:lnTo>
                <a:lnTo>
                  <a:pt x="208678" y="494214"/>
                </a:lnTo>
                <a:cubicBezTo>
                  <a:pt x="208678" y="496251"/>
                  <a:pt x="208678" y="494214"/>
                  <a:pt x="208678" y="494214"/>
                </a:cubicBezTo>
                <a:lnTo>
                  <a:pt x="208678" y="494168"/>
                </a:lnTo>
                <a:moveTo>
                  <a:pt x="117587" y="344341"/>
                </a:moveTo>
                <a:lnTo>
                  <a:pt x="208678" y="344341"/>
                </a:lnTo>
                <a:lnTo>
                  <a:pt x="208678" y="287687"/>
                </a:lnTo>
                <a:lnTo>
                  <a:pt x="117587" y="287687"/>
                </a:lnTo>
                <a:lnTo>
                  <a:pt x="117587" y="344434"/>
                </a:lnTo>
                <a:lnTo>
                  <a:pt x="117587" y="344341"/>
                </a:lnTo>
                <a:moveTo>
                  <a:pt x="117587" y="192524"/>
                </a:moveTo>
                <a:lnTo>
                  <a:pt x="208678" y="192524"/>
                </a:lnTo>
                <a:lnTo>
                  <a:pt x="208678" y="135731"/>
                </a:lnTo>
                <a:lnTo>
                  <a:pt x="117587" y="135731"/>
                </a:lnTo>
                <a:lnTo>
                  <a:pt x="117587" y="192431"/>
                </a:lnTo>
                <a:lnTo>
                  <a:pt x="117587" y="192524"/>
                </a:lnTo>
                <a:moveTo>
                  <a:pt x="267414" y="285651"/>
                </a:moveTo>
                <a:lnTo>
                  <a:pt x="267414" y="344387"/>
                </a:lnTo>
                <a:lnTo>
                  <a:pt x="358551" y="344387"/>
                </a:lnTo>
                <a:lnTo>
                  <a:pt x="358551" y="285604"/>
                </a:lnTo>
                <a:lnTo>
                  <a:pt x="267414" y="285604"/>
                </a:lnTo>
                <a:cubicBezTo>
                  <a:pt x="269451" y="285604"/>
                  <a:pt x="267414" y="285604"/>
                  <a:pt x="267414" y="285604"/>
                </a:cubicBezTo>
                <a:lnTo>
                  <a:pt x="267414" y="285651"/>
                </a:lnTo>
                <a:moveTo>
                  <a:pt x="360587" y="494214"/>
                </a:moveTo>
                <a:lnTo>
                  <a:pt x="360587" y="437514"/>
                </a:lnTo>
                <a:lnTo>
                  <a:pt x="269404" y="437514"/>
                </a:lnTo>
                <a:lnTo>
                  <a:pt x="269404" y="494214"/>
                </a:lnTo>
                <a:lnTo>
                  <a:pt x="360587" y="494214"/>
                </a:lnTo>
                <a:cubicBezTo>
                  <a:pt x="360587" y="496251"/>
                  <a:pt x="360587" y="494214"/>
                  <a:pt x="360587" y="494214"/>
                </a:cubicBezTo>
                <a:moveTo>
                  <a:pt x="457787" y="561051"/>
                </a:moveTo>
                <a:lnTo>
                  <a:pt x="504351" y="561051"/>
                </a:lnTo>
                <a:lnTo>
                  <a:pt x="504351" y="467878"/>
                </a:lnTo>
                <a:lnTo>
                  <a:pt x="457787" y="467878"/>
                </a:lnTo>
                <a:lnTo>
                  <a:pt x="457787" y="561051"/>
                </a:lnTo>
                <a:moveTo>
                  <a:pt x="457787" y="425387"/>
                </a:moveTo>
                <a:lnTo>
                  <a:pt x="504351" y="425387"/>
                </a:lnTo>
                <a:lnTo>
                  <a:pt x="504351" y="332214"/>
                </a:lnTo>
                <a:lnTo>
                  <a:pt x="457787" y="332214"/>
                </a:lnTo>
                <a:lnTo>
                  <a:pt x="457787" y="425387"/>
                </a:lnTo>
              </a:path>
            </a:pathLst>
          </a:custGeom>
          <a:solidFill>
            <a:schemeClr val="accent1"/>
          </a:solidFill>
          <a:ln w="2313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670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74172"/>
            <a:ext cx="9144000" cy="7032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90177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>
                <a:solidFill>
                  <a:schemeClr val="tx1"/>
                </a:solidFill>
                <a:sym typeface="+mn-ea"/>
              </a:rPr>
              <a:t>Architecture Diagram</a:t>
            </a:r>
            <a:endParaRPr lang="en-US" spc="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22" name="任意多边形: 形状 21"/>
          <p:cNvSpPr/>
          <p:nvPr>
            <p:custDataLst>
              <p:tags r:id="rId3"/>
            </p:custDataLst>
          </p:nvPr>
        </p:nvSpPr>
        <p:spPr>
          <a:xfrm>
            <a:off x="3288365" y="4902499"/>
            <a:ext cx="302950" cy="254170"/>
          </a:xfrm>
          <a:custGeom>
            <a:avLst/>
            <a:gdLst>
              <a:gd name="connsiteX0" fmla="*/ 407793 w 815585"/>
              <a:gd name="connsiteY0" fmla="*/ 291035 h 684263"/>
              <a:gd name="connsiteX1" fmla="*/ 291281 w 815585"/>
              <a:gd name="connsiteY1" fmla="*/ 407547 h 684263"/>
              <a:gd name="connsiteX2" fmla="*/ 407793 w 815585"/>
              <a:gd name="connsiteY2" fmla="*/ 524059 h 684263"/>
              <a:gd name="connsiteX3" fmla="*/ 524305 w 815585"/>
              <a:gd name="connsiteY3" fmla="*/ 407547 h 684263"/>
              <a:gd name="connsiteX4" fmla="*/ 407793 w 815585"/>
              <a:gd name="connsiteY4" fmla="*/ 291035 h 684263"/>
              <a:gd name="connsiteX5" fmla="*/ 153123 w 815585"/>
              <a:gd name="connsiteY5" fmla="*/ 252901 h 684263"/>
              <a:gd name="connsiteX6" fmla="*/ 122174 w 815585"/>
              <a:gd name="connsiteY6" fmla="*/ 283849 h 684263"/>
              <a:gd name="connsiteX7" fmla="*/ 153123 w 815585"/>
              <a:gd name="connsiteY7" fmla="*/ 314798 h 684263"/>
              <a:gd name="connsiteX8" fmla="*/ 184071 w 815585"/>
              <a:gd name="connsiteY8" fmla="*/ 283849 h 684263"/>
              <a:gd name="connsiteX9" fmla="*/ 153123 w 815585"/>
              <a:gd name="connsiteY9" fmla="*/ 252901 h 684263"/>
              <a:gd name="connsiteX10" fmla="*/ 407793 w 815585"/>
              <a:gd name="connsiteY10" fmla="*/ 232779 h 684263"/>
              <a:gd name="connsiteX11" fmla="*/ 582561 w 815585"/>
              <a:gd name="connsiteY11" fmla="*/ 407547 h 684263"/>
              <a:gd name="connsiteX12" fmla="*/ 407793 w 815585"/>
              <a:gd name="connsiteY12" fmla="*/ 582315 h 684263"/>
              <a:gd name="connsiteX13" fmla="*/ 233025 w 815585"/>
              <a:gd name="connsiteY13" fmla="*/ 407547 h 684263"/>
              <a:gd name="connsiteX14" fmla="*/ 407793 w 815585"/>
              <a:gd name="connsiteY14" fmla="*/ 232779 h 684263"/>
              <a:gd name="connsiteX15" fmla="*/ 153123 w 815585"/>
              <a:gd name="connsiteY15" fmla="*/ 212850 h 684263"/>
              <a:gd name="connsiteX16" fmla="*/ 224122 w 815585"/>
              <a:gd name="connsiteY16" fmla="*/ 283849 h 684263"/>
              <a:gd name="connsiteX17" fmla="*/ 153123 w 815585"/>
              <a:gd name="connsiteY17" fmla="*/ 354849 h 684263"/>
              <a:gd name="connsiteX18" fmla="*/ 82123 w 815585"/>
              <a:gd name="connsiteY18" fmla="*/ 283849 h 684263"/>
              <a:gd name="connsiteX19" fmla="*/ 153123 w 815585"/>
              <a:gd name="connsiteY19" fmla="*/ 212850 h 684263"/>
              <a:gd name="connsiteX20" fmla="*/ 58256 w 815585"/>
              <a:gd name="connsiteY20" fmla="*/ 189087 h 684263"/>
              <a:gd name="connsiteX21" fmla="*/ 58256 w 815585"/>
              <a:gd name="connsiteY21" fmla="*/ 626007 h 684263"/>
              <a:gd name="connsiteX22" fmla="*/ 757329 w 815585"/>
              <a:gd name="connsiteY22" fmla="*/ 626007 h 684263"/>
              <a:gd name="connsiteX23" fmla="*/ 757329 w 815585"/>
              <a:gd name="connsiteY23" fmla="*/ 189087 h 684263"/>
              <a:gd name="connsiteX24" fmla="*/ 568461 w 815585"/>
              <a:gd name="connsiteY24" fmla="*/ 189087 h 684263"/>
              <a:gd name="connsiteX25" fmla="*/ 567998 w 815585"/>
              <a:gd name="connsiteY25" fmla="*/ 189333 h 684263"/>
              <a:gd name="connsiteX26" fmla="*/ 247589 w 815585"/>
              <a:gd name="connsiteY26" fmla="*/ 189333 h 684263"/>
              <a:gd name="connsiteX27" fmla="*/ 247128 w 815585"/>
              <a:gd name="connsiteY27" fmla="*/ 189087 h 684263"/>
              <a:gd name="connsiteX28" fmla="*/ 646059 w 815585"/>
              <a:gd name="connsiteY28" fmla="*/ 100107 h 684263"/>
              <a:gd name="connsiteX29" fmla="*/ 646059 w 815585"/>
              <a:gd name="connsiteY29" fmla="*/ 130831 h 684263"/>
              <a:gd name="connsiteX30" fmla="*/ 729802 w 815585"/>
              <a:gd name="connsiteY30" fmla="*/ 130831 h 684263"/>
              <a:gd name="connsiteX31" fmla="*/ 729802 w 815585"/>
              <a:gd name="connsiteY31" fmla="*/ 100107 h 684263"/>
              <a:gd name="connsiteX32" fmla="*/ 320573 w 815585"/>
              <a:gd name="connsiteY32" fmla="*/ 58256 h 684263"/>
              <a:gd name="connsiteX33" fmla="*/ 291008 w 815585"/>
              <a:gd name="connsiteY33" fmla="*/ 130831 h 684263"/>
              <a:gd name="connsiteX34" fmla="*/ 524579 w 815585"/>
              <a:gd name="connsiteY34" fmla="*/ 130831 h 684263"/>
              <a:gd name="connsiteX35" fmla="*/ 495014 w 815585"/>
              <a:gd name="connsiteY35" fmla="*/ 58256 h 684263"/>
              <a:gd name="connsiteX36" fmla="*/ 300994 w 815585"/>
              <a:gd name="connsiteY36" fmla="*/ 0 h 684263"/>
              <a:gd name="connsiteX37" fmla="*/ 514593 w 815585"/>
              <a:gd name="connsiteY37" fmla="*/ 0 h 684263"/>
              <a:gd name="connsiteX38" fmla="*/ 541600 w 815585"/>
              <a:gd name="connsiteY38" fmla="*/ 18142 h 684263"/>
              <a:gd name="connsiteX39" fmla="*/ 587506 w 815585"/>
              <a:gd name="connsiteY39" fmla="*/ 130831 h 684263"/>
              <a:gd name="connsiteX40" fmla="*/ 606008 w 815585"/>
              <a:gd name="connsiteY40" fmla="*/ 130831 h 684263"/>
              <a:gd name="connsiteX41" fmla="*/ 606008 w 815585"/>
              <a:gd name="connsiteY41" fmla="*/ 80082 h 684263"/>
              <a:gd name="connsiteX42" fmla="*/ 626034 w 815585"/>
              <a:gd name="connsiteY42" fmla="*/ 60056 h 684263"/>
              <a:gd name="connsiteX43" fmla="*/ 749828 w 815585"/>
              <a:gd name="connsiteY43" fmla="*/ 60056 h 684263"/>
              <a:gd name="connsiteX44" fmla="*/ 769853 w 815585"/>
              <a:gd name="connsiteY44" fmla="*/ 80082 h 684263"/>
              <a:gd name="connsiteX45" fmla="*/ 769853 w 815585"/>
              <a:gd name="connsiteY45" fmla="*/ 130831 h 684263"/>
              <a:gd name="connsiteX46" fmla="*/ 786457 w 815585"/>
              <a:gd name="connsiteY46" fmla="*/ 130831 h 684263"/>
              <a:gd name="connsiteX47" fmla="*/ 815585 w 815585"/>
              <a:gd name="connsiteY47" fmla="*/ 159959 h 684263"/>
              <a:gd name="connsiteX48" fmla="*/ 815585 w 815585"/>
              <a:gd name="connsiteY48" fmla="*/ 655135 h 684263"/>
              <a:gd name="connsiteX49" fmla="*/ 786457 w 815585"/>
              <a:gd name="connsiteY49" fmla="*/ 684263 h 684263"/>
              <a:gd name="connsiteX50" fmla="*/ 29128 w 815585"/>
              <a:gd name="connsiteY50" fmla="*/ 684263 h 684263"/>
              <a:gd name="connsiteX51" fmla="*/ 0 w 815585"/>
              <a:gd name="connsiteY51" fmla="*/ 655135 h 684263"/>
              <a:gd name="connsiteX52" fmla="*/ 0 w 815585"/>
              <a:gd name="connsiteY52" fmla="*/ 159959 h 684263"/>
              <a:gd name="connsiteX53" fmla="*/ 29128 w 815585"/>
              <a:gd name="connsiteY53" fmla="*/ 130831 h 684263"/>
              <a:gd name="connsiteX54" fmla="*/ 228109 w 815585"/>
              <a:gd name="connsiteY54" fmla="*/ 130831 h 684263"/>
              <a:gd name="connsiteX55" fmla="*/ 274014 w 815585"/>
              <a:gd name="connsiteY55" fmla="*/ 18142 h 684263"/>
              <a:gd name="connsiteX56" fmla="*/ 300994 w 815585"/>
              <a:gd name="connsiteY56" fmla="*/ 0 h 684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815585" h="684263">
                <a:moveTo>
                  <a:pt x="407793" y="291035"/>
                </a:moveTo>
                <a:cubicBezTo>
                  <a:pt x="343446" y="291035"/>
                  <a:pt x="291281" y="343199"/>
                  <a:pt x="291281" y="407547"/>
                </a:cubicBezTo>
                <a:cubicBezTo>
                  <a:pt x="291281" y="471894"/>
                  <a:pt x="343446" y="524059"/>
                  <a:pt x="407793" y="524059"/>
                </a:cubicBezTo>
                <a:cubicBezTo>
                  <a:pt x="472141" y="524059"/>
                  <a:pt x="524305" y="471894"/>
                  <a:pt x="524305" y="407547"/>
                </a:cubicBezTo>
                <a:cubicBezTo>
                  <a:pt x="524235" y="343228"/>
                  <a:pt x="472112" y="291105"/>
                  <a:pt x="407793" y="291035"/>
                </a:cubicBezTo>
                <a:close/>
                <a:moveTo>
                  <a:pt x="153123" y="252901"/>
                </a:moveTo>
                <a:cubicBezTo>
                  <a:pt x="136030" y="252901"/>
                  <a:pt x="122174" y="266757"/>
                  <a:pt x="122174" y="283849"/>
                </a:cubicBezTo>
                <a:cubicBezTo>
                  <a:pt x="122174" y="300942"/>
                  <a:pt x="136030" y="314798"/>
                  <a:pt x="153123" y="314798"/>
                </a:cubicBezTo>
                <a:cubicBezTo>
                  <a:pt x="170215" y="314798"/>
                  <a:pt x="184071" y="300942"/>
                  <a:pt x="184071" y="283849"/>
                </a:cubicBezTo>
                <a:cubicBezTo>
                  <a:pt x="184071" y="266757"/>
                  <a:pt x="170215" y="252901"/>
                  <a:pt x="153123" y="252901"/>
                </a:cubicBezTo>
                <a:close/>
                <a:moveTo>
                  <a:pt x="407793" y="232779"/>
                </a:moveTo>
                <a:cubicBezTo>
                  <a:pt x="504162" y="232779"/>
                  <a:pt x="582561" y="311179"/>
                  <a:pt x="582561" y="407547"/>
                </a:cubicBezTo>
                <a:cubicBezTo>
                  <a:pt x="582561" y="503915"/>
                  <a:pt x="504162" y="582315"/>
                  <a:pt x="407793" y="582315"/>
                </a:cubicBezTo>
                <a:cubicBezTo>
                  <a:pt x="311425" y="582315"/>
                  <a:pt x="233025" y="503915"/>
                  <a:pt x="233025" y="407547"/>
                </a:cubicBezTo>
                <a:cubicBezTo>
                  <a:pt x="233025" y="311179"/>
                  <a:pt x="311425" y="232779"/>
                  <a:pt x="407793" y="232779"/>
                </a:cubicBezTo>
                <a:close/>
                <a:moveTo>
                  <a:pt x="153123" y="212850"/>
                </a:moveTo>
                <a:cubicBezTo>
                  <a:pt x="192334" y="212850"/>
                  <a:pt x="224122" y="244638"/>
                  <a:pt x="224122" y="283849"/>
                </a:cubicBezTo>
                <a:cubicBezTo>
                  <a:pt x="224077" y="323043"/>
                  <a:pt x="192316" y="354803"/>
                  <a:pt x="153123" y="354849"/>
                </a:cubicBezTo>
                <a:cubicBezTo>
                  <a:pt x="113911" y="354849"/>
                  <a:pt x="82123" y="323061"/>
                  <a:pt x="82123" y="283849"/>
                </a:cubicBezTo>
                <a:cubicBezTo>
                  <a:pt x="82123" y="244638"/>
                  <a:pt x="113911" y="212850"/>
                  <a:pt x="153123" y="212850"/>
                </a:cubicBezTo>
                <a:close/>
                <a:moveTo>
                  <a:pt x="58256" y="189087"/>
                </a:moveTo>
                <a:lnTo>
                  <a:pt x="58256" y="626007"/>
                </a:lnTo>
                <a:lnTo>
                  <a:pt x="757329" y="626007"/>
                </a:lnTo>
                <a:lnTo>
                  <a:pt x="757329" y="189087"/>
                </a:lnTo>
                <a:lnTo>
                  <a:pt x="568461" y="189087"/>
                </a:lnTo>
                <a:lnTo>
                  <a:pt x="567998" y="189333"/>
                </a:lnTo>
                <a:lnTo>
                  <a:pt x="247589" y="189333"/>
                </a:lnTo>
                <a:lnTo>
                  <a:pt x="247128" y="189087"/>
                </a:lnTo>
                <a:close/>
                <a:moveTo>
                  <a:pt x="646059" y="100107"/>
                </a:moveTo>
                <a:lnTo>
                  <a:pt x="646059" y="130831"/>
                </a:lnTo>
                <a:lnTo>
                  <a:pt x="729802" y="130831"/>
                </a:lnTo>
                <a:lnTo>
                  <a:pt x="729802" y="100107"/>
                </a:lnTo>
                <a:close/>
                <a:moveTo>
                  <a:pt x="320573" y="58256"/>
                </a:moveTo>
                <a:lnTo>
                  <a:pt x="291008" y="130831"/>
                </a:lnTo>
                <a:lnTo>
                  <a:pt x="524579" y="130831"/>
                </a:lnTo>
                <a:lnTo>
                  <a:pt x="495014" y="58256"/>
                </a:lnTo>
                <a:close/>
                <a:moveTo>
                  <a:pt x="300994" y="0"/>
                </a:moveTo>
                <a:lnTo>
                  <a:pt x="514593" y="0"/>
                </a:lnTo>
                <a:cubicBezTo>
                  <a:pt x="526448" y="-12"/>
                  <a:pt x="537128" y="7162"/>
                  <a:pt x="541600" y="18142"/>
                </a:cubicBezTo>
                <a:lnTo>
                  <a:pt x="587506" y="130831"/>
                </a:lnTo>
                <a:lnTo>
                  <a:pt x="606008" y="130831"/>
                </a:lnTo>
                <a:lnTo>
                  <a:pt x="606008" y="80082"/>
                </a:lnTo>
                <a:cubicBezTo>
                  <a:pt x="606008" y="69022"/>
                  <a:pt x="614974" y="60056"/>
                  <a:pt x="626034" y="60056"/>
                </a:cubicBezTo>
                <a:lnTo>
                  <a:pt x="749828" y="60056"/>
                </a:lnTo>
                <a:cubicBezTo>
                  <a:pt x="760887" y="60056"/>
                  <a:pt x="769853" y="69022"/>
                  <a:pt x="769853" y="80082"/>
                </a:cubicBezTo>
                <a:lnTo>
                  <a:pt x="769853" y="130831"/>
                </a:lnTo>
                <a:lnTo>
                  <a:pt x="786457" y="130831"/>
                </a:lnTo>
                <a:cubicBezTo>
                  <a:pt x="802544" y="130831"/>
                  <a:pt x="815585" y="143872"/>
                  <a:pt x="815585" y="159959"/>
                </a:cubicBezTo>
                <a:lnTo>
                  <a:pt x="815585" y="655135"/>
                </a:lnTo>
                <a:cubicBezTo>
                  <a:pt x="815585" y="671222"/>
                  <a:pt x="802544" y="684263"/>
                  <a:pt x="786457" y="684263"/>
                </a:cubicBezTo>
                <a:lnTo>
                  <a:pt x="29128" y="684263"/>
                </a:lnTo>
                <a:cubicBezTo>
                  <a:pt x="13041" y="684263"/>
                  <a:pt x="0" y="671222"/>
                  <a:pt x="0" y="655135"/>
                </a:cubicBezTo>
                <a:lnTo>
                  <a:pt x="0" y="159959"/>
                </a:lnTo>
                <a:cubicBezTo>
                  <a:pt x="0" y="143872"/>
                  <a:pt x="13041" y="130831"/>
                  <a:pt x="29128" y="130831"/>
                </a:cubicBezTo>
                <a:lnTo>
                  <a:pt x="228109" y="130831"/>
                </a:lnTo>
                <a:lnTo>
                  <a:pt x="274014" y="18142"/>
                </a:lnTo>
                <a:cubicBezTo>
                  <a:pt x="278481" y="7171"/>
                  <a:pt x="289149" y="-1"/>
                  <a:pt x="300994" y="0"/>
                </a:cubicBezTo>
                <a:close/>
              </a:path>
            </a:pathLst>
          </a:custGeom>
          <a:solidFill>
            <a:srgbClr val="FFFFFF"/>
          </a:solidFill>
          <a:ln w="904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350"/>
          </a:p>
        </p:txBody>
      </p:sp>
      <p:sp>
        <p:nvSpPr>
          <p:cNvPr id="3" name="Text Box 2"/>
          <p:cNvSpPr txBox="1"/>
          <p:nvPr/>
        </p:nvSpPr>
        <p:spPr>
          <a:xfrm>
            <a:off x="4354830" y="1614805"/>
            <a:ext cx="4542155" cy="44100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>
                <a:solidFill>
                  <a:schemeClr val="tx1"/>
                </a:solidFill>
                <a:sym typeface="+mn-ea"/>
              </a:rPr>
              <a:t>Data Source: CSV cyber attack dataset with attributes (location, speed, corruption, etc.).</a:t>
            </a:r>
            <a:endParaRPr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>
                <a:solidFill>
                  <a:schemeClr val="tx1"/>
                </a:solidFill>
                <a:sym typeface="+mn-ea"/>
              </a:rPr>
              <a:t>Data Storage: Local or cloud storage for persistent access.</a:t>
            </a:r>
            <a:endParaRPr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>
                <a:solidFill>
                  <a:schemeClr val="tx1"/>
                </a:solidFill>
                <a:sym typeface="+mn-ea"/>
              </a:rPr>
              <a:t>Processing: Apache Spark performs cleaning, transformation, filtering, aggregation.</a:t>
            </a:r>
            <a:endParaRPr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>
                <a:solidFill>
                  <a:schemeClr val="tx1"/>
                </a:solidFill>
                <a:sym typeface="+mn-ea"/>
              </a:rPr>
              <a:t>Analytics: Extract insights—top countries, patterns, behavior metrics.</a:t>
            </a:r>
            <a:endParaRPr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>
                <a:solidFill>
                  <a:schemeClr val="tx1"/>
                </a:solidFill>
                <a:sym typeface="+mn-ea"/>
              </a:rPr>
              <a:t>Visualization: Bar charts, pie charts, heatmaps for easy understanding.</a:t>
            </a:r>
            <a:endParaRPr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>
                <a:solidFill>
                  <a:schemeClr val="tx1"/>
                </a:solidFill>
                <a:sym typeface="+mn-ea"/>
              </a:rPr>
              <a:t>Output: Results delivered to analysts for monitoring and decision-making.</a:t>
            </a:r>
            <a:endParaRPr lang="en-US">
              <a:solidFill>
                <a:schemeClr val="tx1"/>
              </a:solidFill>
              <a:sym typeface="+mn-e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rcRect l="1145" t="16417" r="497" b="10568"/>
          <a:stretch>
            <a:fillRect/>
          </a:stretch>
        </p:blipFill>
        <p:spPr>
          <a:xfrm>
            <a:off x="269240" y="1891030"/>
            <a:ext cx="4147185" cy="301117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dirty="0"/>
              <a:t>Results</a:t>
            </a:r>
          </a:p>
        </p:txBody>
      </p:sp>
      <p:sp>
        <p:nvSpPr>
          <p:cNvPr id="3" name="矩形: 圆角 4"/>
          <p:cNvSpPr/>
          <p:nvPr>
            <p:custDataLst>
              <p:tags r:id="rId3"/>
            </p:custDataLst>
          </p:nvPr>
        </p:nvSpPr>
        <p:spPr>
          <a:xfrm>
            <a:off x="521970" y="2244804"/>
            <a:ext cx="1512094" cy="3358991"/>
          </a:xfrm>
          <a:prstGeom prst="roundRect">
            <a:avLst>
              <a:gd name="adj" fmla="val 5926"/>
            </a:avLst>
          </a:prstGeom>
          <a:solidFill>
            <a:sysClr val="window" lastClr="FFFFFF">
              <a:alpha val="15000"/>
            </a:sysClr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wrap="square" lIns="237490" tIns="555897" rIns="237490" bIns="258626" rtlCol="0" anchor="t">
            <a:normAutofit fontScale="90000"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Identified top attacking countries based on server corruption metrics.</a:t>
            </a:r>
          </a:p>
        </p:txBody>
      </p:sp>
      <p:sp>
        <p:nvSpPr>
          <p:cNvPr id="4" name="任意多边形: 形状 11"/>
          <p:cNvSpPr/>
          <p:nvPr>
            <p:custDataLst>
              <p:tags r:id="rId4"/>
            </p:custDataLst>
          </p:nvPr>
        </p:nvSpPr>
        <p:spPr>
          <a:xfrm>
            <a:off x="521970" y="5510927"/>
            <a:ext cx="1512094" cy="93345"/>
          </a:xfrm>
          <a:custGeom>
            <a:avLst/>
            <a:gdLst>
              <a:gd name="connsiteX0" fmla="*/ 0 w 2299702"/>
              <a:gd name="connsiteY0" fmla="*/ 0 h 105988"/>
              <a:gd name="connsiteX1" fmla="*/ 2299702 w 2299702"/>
              <a:gd name="connsiteY1" fmla="*/ 0 h 105988"/>
              <a:gd name="connsiteX2" fmla="*/ 2295200 w 2299702"/>
              <a:gd name="connsiteY2" fmla="*/ 22301 h 105988"/>
              <a:gd name="connsiteX3" fmla="*/ 2168945 w 2299702"/>
              <a:gd name="connsiteY3" fmla="*/ 105988 h 105988"/>
              <a:gd name="connsiteX4" fmla="*/ 130757 w 2299702"/>
              <a:gd name="connsiteY4" fmla="*/ 105988 h 105988"/>
              <a:gd name="connsiteX5" fmla="*/ 4502 w 2299702"/>
              <a:gd name="connsiteY5" fmla="*/ 22301 h 105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99702" h="105988">
                <a:moveTo>
                  <a:pt x="0" y="0"/>
                </a:moveTo>
                <a:lnTo>
                  <a:pt x="2299702" y="0"/>
                </a:lnTo>
                <a:lnTo>
                  <a:pt x="2295200" y="22301"/>
                </a:lnTo>
                <a:cubicBezTo>
                  <a:pt x="2274399" y="71481"/>
                  <a:pt x="2225702" y="105988"/>
                  <a:pt x="2168945" y="105988"/>
                </a:cubicBezTo>
                <a:lnTo>
                  <a:pt x="130757" y="105988"/>
                </a:lnTo>
                <a:cubicBezTo>
                  <a:pt x="74000" y="105988"/>
                  <a:pt x="25303" y="71481"/>
                  <a:pt x="4502" y="22301"/>
                </a:cubicBezTo>
                <a:close/>
              </a:path>
            </a:pathLst>
          </a:cu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>
            <a:outerShdw blurRad="203200" dist="76200" dir="5400000" sx="96000" sy="96000" algn="t" rotWithShape="0">
              <a:schemeClr val="accent1">
                <a:alpha val="30000"/>
              </a:schemeClr>
            </a:outerShdw>
          </a:effectLst>
        </p:spPr>
        <p:txBody>
          <a:bodyPr lIns="0" tIns="0" rIns="0" bIns="0" rtlCol="0" anchor="ctr">
            <a:normAutofit fontScale="40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gradFill>
                <a:gsLst>
                  <a:gs pos="5000">
                    <a:srgbClr val="BC1E1E"/>
                  </a:gs>
                  <a:gs pos="100000">
                    <a:srgbClr val="771313"/>
                  </a:gs>
                </a:gsLst>
                <a:lin ang="4800000" scaled="0"/>
              </a:gradFill>
              <a:effectLst/>
              <a:uLnTx/>
              <a:uFillTx/>
              <a:latin typeface="+mn-lt"/>
              <a:sym typeface="Arial" panose="020B0604020202020204" pitchFamily="34" charset="0"/>
            </a:endParaRPr>
          </a:p>
        </p:txBody>
      </p:sp>
      <p:sp>
        <p:nvSpPr>
          <p:cNvPr id="5" name="矩形: 圆角 49"/>
          <p:cNvSpPr/>
          <p:nvPr>
            <p:custDataLst>
              <p:tags r:id="rId5"/>
            </p:custDataLst>
          </p:nvPr>
        </p:nvSpPr>
        <p:spPr>
          <a:xfrm>
            <a:off x="940594" y="1909048"/>
            <a:ext cx="675000" cy="675000"/>
          </a:xfrm>
          <a:prstGeom prst="roundRect">
            <a:avLst>
              <a:gd name="adj" fmla="val 13544"/>
            </a:avLst>
          </a:prstGeom>
          <a:solidFill>
            <a:schemeClr val="accent1"/>
          </a:solidFill>
          <a:ln w="38100" cap="flat" cmpd="sng" algn="ctr">
            <a:noFill/>
            <a:prstDash val="solid"/>
            <a:miter lim="800000"/>
          </a:ln>
          <a:effectLst>
            <a:outerShdw blurRad="152400" dist="76200" dir="2700000" algn="tl" rotWithShape="0">
              <a:schemeClr val="accent1">
                <a:alpha val="30000"/>
              </a:schemeClr>
            </a:outerShdw>
          </a:effectLst>
        </p:spPr>
        <p:txBody>
          <a:bodyPr wrap="none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sz="2400" b="1" i="0" u="none" strike="noStrike" kern="0" cap="none" normalizeH="0" baseline="0" noProof="0" dirty="0">
                <a:ln>
                  <a:noFill/>
                </a:ln>
                <a:solidFill>
                  <a:schemeClr val="lt1">
                    <a:lumMod val="100000"/>
                  </a:schemeClr>
                </a:solidFill>
                <a:effectLst/>
                <a:uLnTx/>
                <a:uFillTx/>
                <a:sym typeface="+mn-lt"/>
              </a:rPr>
              <a:t>01</a:t>
            </a:r>
          </a:p>
        </p:txBody>
      </p:sp>
      <p:sp>
        <p:nvSpPr>
          <p:cNvPr id="27" name="矩形: 圆角 4"/>
          <p:cNvSpPr/>
          <p:nvPr>
            <p:custDataLst>
              <p:tags r:id="rId6"/>
            </p:custDataLst>
          </p:nvPr>
        </p:nvSpPr>
        <p:spPr>
          <a:xfrm>
            <a:off x="2167890" y="2244804"/>
            <a:ext cx="1512094" cy="3358991"/>
          </a:xfrm>
          <a:prstGeom prst="roundRect">
            <a:avLst>
              <a:gd name="adj" fmla="val 5926"/>
            </a:avLst>
          </a:prstGeom>
          <a:solidFill>
            <a:sysClr val="window" lastClr="FFFFFF">
              <a:alpha val="15000"/>
            </a:sysClr>
          </a:solidFill>
          <a:ln w="12700" cap="flat" cmpd="sng" algn="ctr">
            <a:solidFill>
              <a:schemeClr val="accent2"/>
            </a:solidFill>
            <a:prstDash val="solid"/>
            <a:miter lim="800000"/>
          </a:ln>
          <a:effectLst/>
        </p:spPr>
        <p:txBody>
          <a:bodyPr wrap="square" lIns="237490" tIns="555897" rIns="237490" bIns="258626" rtlCol="0" anchor="t">
            <a:normAutofit fontScale="90000"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Visualized attack distribution across regions using bar and pie charts.</a:t>
            </a:r>
          </a:p>
        </p:txBody>
      </p:sp>
      <p:sp>
        <p:nvSpPr>
          <p:cNvPr id="32" name="任意多边形: 形状 11"/>
          <p:cNvSpPr/>
          <p:nvPr>
            <p:custDataLst>
              <p:tags r:id="rId7"/>
            </p:custDataLst>
          </p:nvPr>
        </p:nvSpPr>
        <p:spPr>
          <a:xfrm>
            <a:off x="2167890" y="5510927"/>
            <a:ext cx="1512094" cy="93345"/>
          </a:xfrm>
          <a:custGeom>
            <a:avLst/>
            <a:gdLst>
              <a:gd name="connsiteX0" fmla="*/ 0 w 2299702"/>
              <a:gd name="connsiteY0" fmla="*/ 0 h 105988"/>
              <a:gd name="connsiteX1" fmla="*/ 2299702 w 2299702"/>
              <a:gd name="connsiteY1" fmla="*/ 0 h 105988"/>
              <a:gd name="connsiteX2" fmla="*/ 2295200 w 2299702"/>
              <a:gd name="connsiteY2" fmla="*/ 22301 h 105988"/>
              <a:gd name="connsiteX3" fmla="*/ 2168945 w 2299702"/>
              <a:gd name="connsiteY3" fmla="*/ 105988 h 105988"/>
              <a:gd name="connsiteX4" fmla="*/ 130757 w 2299702"/>
              <a:gd name="connsiteY4" fmla="*/ 105988 h 105988"/>
              <a:gd name="connsiteX5" fmla="*/ 4502 w 2299702"/>
              <a:gd name="connsiteY5" fmla="*/ 22301 h 105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99702" h="105988">
                <a:moveTo>
                  <a:pt x="0" y="0"/>
                </a:moveTo>
                <a:lnTo>
                  <a:pt x="2299702" y="0"/>
                </a:lnTo>
                <a:lnTo>
                  <a:pt x="2295200" y="22301"/>
                </a:lnTo>
                <a:cubicBezTo>
                  <a:pt x="2274399" y="71481"/>
                  <a:pt x="2225702" y="105988"/>
                  <a:pt x="2168945" y="105988"/>
                </a:cubicBezTo>
                <a:lnTo>
                  <a:pt x="130757" y="105988"/>
                </a:lnTo>
                <a:cubicBezTo>
                  <a:pt x="74000" y="105988"/>
                  <a:pt x="25303" y="71481"/>
                  <a:pt x="4502" y="22301"/>
                </a:cubicBezTo>
                <a:close/>
              </a:path>
            </a:pathLst>
          </a:cu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>
            <a:outerShdw blurRad="203200" dist="76200" dir="5400000" sx="96000" sy="96000" algn="t" rotWithShape="0">
              <a:schemeClr val="accent2">
                <a:alpha val="30000"/>
              </a:schemeClr>
            </a:outerShdw>
          </a:effectLst>
        </p:spPr>
        <p:txBody>
          <a:bodyPr lIns="0" tIns="0" rIns="0" bIns="0" rtlCol="0" anchor="ctr">
            <a:normAutofit fontScale="40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gradFill>
                <a:gsLst>
                  <a:gs pos="5000">
                    <a:srgbClr val="BC1E1E"/>
                  </a:gs>
                  <a:gs pos="100000">
                    <a:srgbClr val="771313"/>
                  </a:gs>
                </a:gsLst>
                <a:lin ang="4800000" scaled="0"/>
              </a:gradFill>
              <a:effectLst/>
              <a:uLnTx/>
              <a:uFillTx/>
              <a:latin typeface="+mn-lt"/>
              <a:sym typeface="Arial" panose="020B0604020202020204" pitchFamily="34" charset="0"/>
            </a:endParaRPr>
          </a:p>
        </p:txBody>
      </p:sp>
      <p:sp>
        <p:nvSpPr>
          <p:cNvPr id="33" name="矩形: 圆角 49"/>
          <p:cNvSpPr/>
          <p:nvPr>
            <p:custDataLst>
              <p:tags r:id="rId8"/>
            </p:custDataLst>
          </p:nvPr>
        </p:nvSpPr>
        <p:spPr>
          <a:xfrm>
            <a:off x="2586514" y="1909048"/>
            <a:ext cx="675000" cy="675000"/>
          </a:xfrm>
          <a:prstGeom prst="roundRect">
            <a:avLst>
              <a:gd name="adj" fmla="val 13544"/>
            </a:avLst>
          </a:prstGeom>
          <a:solidFill>
            <a:schemeClr val="accent2"/>
          </a:solidFill>
          <a:ln w="38100" cap="flat" cmpd="sng" algn="ctr">
            <a:noFill/>
            <a:prstDash val="solid"/>
            <a:miter lim="800000"/>
          </a:ln>
          <a:effectLst>
            <a:outerShdw blurRad="152400" dist="76200" dir="2700000" algn="tl" rotWithShape="0">
              <a:schemeClr val="accent2">
                <a:alpha val="30000"/>
              </a:schemeClr>
            </a:outerShdw>
          </a:effectLst>
        </p:spPr>
        <p:txBody>
          <a:bodyPr wrap="none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sz="2400" b="1" i="0" u="none" strike="noStrike" kern="0" cap="none" normalizeH="0" baseline="0" noProof="0" dirty="0">
                <a:ln>
                  <a:noFill/>
                </a:ln>
                <a:solidFill>
                  <a:schemeClr val="lt1">
                    <a:lumMod val="100000"/>
                  </a:schemeClr>
                </a:solidFill>
                <a:effectLst/>
                <a:uLnTx/>
                <a:uFillTx/>
                <a:sym typeface="+mn-lt"/>
              </a:rPr>
              <a:t>02</a:t>
            </a:r>
          </a:p>
        </p:txBody>
      </p:sp>
      <p:sp>
        <p:nvSpPr>
          <p:cNvPr id="35" name="矩形: 圆角 4"/>
          <p:cNvSpPr/>
          <p:nvPr>
            <p:custDataLst>
              <p:tags r:id="rId9"/>
            </p:custDataLst>
          </p:nvPr>
        </p:nvSpPr>
        <p:spPr>
          <a:xfrm>
            <a:off x="3813810" y="2244804"/>
            <a:ext cx="1512094" cy="3358991"/>
          </a:xfrm>
          <a:prstGeom prst="roundRect">
            <a:avLst>
              <a:gd name="adj" fmla="val 5926"/>
            </a:avLst>
          </a:prstGeom>
          <a:solidFill>
            <a:sysClr val="window" lastClr="FFFFFF">
              <a:alpha val="15000"/>
            </a:sysClr>
          </a:solidFill>
          <a:ln w="1270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wrap="square" lIns="237490" tIns="555897" rIns="237490" bIns="258626" rtlCol="0" anchor="t">
            <a:normAutofit fontScale="90000"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Typing speed analysis revealed patterns of manual vs automated attacks.</a:t>
            </a:r>
          </a:p>
        </p:txBody>
      </p:sp>
      <p:sp>
        <p:nvSpPr>
          <p:cNvPr id="37" name="任意多边形: 形状 11"/>
          <p:cNvSpPr/>
          <p:nvPr>
            <p:custDataLst>
              <p:tags r:id="rId10"/>
            </p:custDataLst>
          </p:nvPr>
        </p:nvSpPr>
        <p:spPr>
          <a:xfrm>
            <a:off x="3813810" y="5510927"/>
            <a:ext cx="1512094" cy="93345"/>
          </a:xfrm>
          <a:custGeom>
            <a:avLst/>
            <a:gdLst>
              <a:gd name="connsiteX0" fmla="*/ 0 w 2299702"/>
              <a:gd name="connsiteY0" fmla="*/ 0 h 105988"/>
              <a:gd name="connsiteX1" fmla="*/ 2299702 w 2299702"/>
              <a:gd name="connsiteY1" fmla="*/ 0 h 105988"/>
              <a:gd name="connsiteX2" fmla="*/ 2295200 w 2299702"/>
              <a:gd name="connsiteY2" fmla="*/ 22301 h 105988"/>
              <a:gd name="connsiteX3" fmla="*/ 2168945 w 2299702"/>
              <a:gd name="connsiteY3" fmla="*/ 105988 h 105988"/>
              <a:gd name="connsiteX4" fmla="*/ 130757 w 2299702"/>
              <a:gd name="connsiteY4" fmla="*/ 105988 h 105988"/>
              <a:gd name="connsiteX5" fmla="*/ 4502 w 2299702"/>
              <a:gd name="connsiteY5" fmla="*/ 22301 h 105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99702" h="105988">
                <a:moveTo>
                  <a:pt x="0" y="0"/>
                </a:moveTo>
                <a:lnTo>
                  <a:pt x="2299702" y="0"/>
                </a:lnTo>
                <a:lnTo>
                  <a:pt x="2295200" y="22301"/>
                </a:lnTo>
                <a:cubicBezTo>
                  <a:pt x="2274399" y="71481"/>
                  <a:pt x="2225702" y="105988"/>
                  <a:pt x="2168945" y="105988"/>
                </a:cubicBezTo>
                <a:lnTo>
                  <a:pt x="130757" y="105988"/>
                </a:lnTo>
                <a:cubicBezTo>
                  <a:pt x="74000" y="105988"/>
                  <a:pt x="25303" y="71481"/>
                  <a:pt x="4502" y="22301"/>
                </a:cubicBezTo>
                <a:close/>
              </a:path>
            </a:pathLst>
          </a:custGeom>
          <a:solidFill>
            <a:schemeClr val="accent3"/>
          </a:solidFill>
          <a:ln w="19050" cap="flat" cmpd="sng" algn="ctr">
            <a:noFill/>
            <a:prstDash val="solid"/>
            <a:miter lim="800000"/>
          </a:ln>
          <a:effectLst>
            <a:outerShdw blurRad="203200" dist="76200" dir="5400000" sx="96000" sy="96000" algn="t" rotWithShape="0">
              <a:schemeClr val="accent3">
                <a:alpha val="30000"/>
              </a:schemeClr>
            </a:outerShdw>
          </a:effectLst>
        </p:spPr>
        <p:txBody>
          <a:bodyPr lIns="0" tIns="0" rIns="0" bIns="0" rtlCol="0" anchor="ctr">
            <a:normAutofit fontScale="40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gradFill>
                <a:gsLst>
                  <a:gs pos="5000">
                    <a:srgbClr val="BC1E1E"/>
                  </a:gs>
                  <a:gs pos="100000">
                    <a:srgbClr val="771313"/>
                  </a:gs>
                </a:gsLst>
                <a:lin ang="4800000" scaled="0"/>
              </a:gradFill>
              <a:effectLst/>
              <a:uLnTx/>
              <a:uFillTx/>
              <a:latin typeface="+mn-lt"/>
              <a:sym typeface="Arial" panose="020B0604020202020204" pitchFamily="34" charset="0"/>
            </a:endParaRPr>
          </a:p>
        </p:txBody>
      </p:sp>
      <p:sp>
        <p:nvSpPr>
          <p:cNvPr id="38" name="矩形: 圆角 49"/>
          <p:cNvSpPr/>
          <p:nvPr>
            <p:custDataLst>
              <p:tags r:id="rId11"/>
            </p:custDataLst>
          </p:nvPr>
        </p:nvSpPr>
        <p:spPr>
          <a:xfrm>
            <a:off x="4232434" y="1909048"/>
            <a:ext cx="675000" cy="675000"/>
          </a:xfrm>
          <a:prstGeom prst="roundRect">
            <a:avLst>
              <a:gd name="adj" fmla="val 13544"/>
            </a:avLst>
          </a:prstGeom>
          <a:solidFill>
            <a:schemeClr val="accent3"/>
          </a:solidFill>
          <a:ln w="38100" cap="flat" cmpd="sng" algn="ctr">
            <a:noFill/>
            <a:prstDash val="solid"/>
            <a:miter lim="800000"/>
          </a:ln>
          <a:effectLst>
            <a:outerShdw blurRad="152400" dist="76200" dir="2700000" algn="tl" rotWithShape="0">
              <a:schemeClr val="accent3">
                <a:alpha val="30000"/>
              </a:schemeClr>
            </a:outerShdw>
          </a:effectLst>
        </p:spPr>
        <p:txBody>
          <a:bodyPr wrap="none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sz="2400" b="1" i="0" u="none" strike="noStrike" kern="0" cap="none" normalizeH="0" baseline="0" noProof="0" dirty="0">
                <a:ln>
                  <a:noFill/>
                </a:ln>
                <a:solidFill>
                  <a:schemeClr val="lt1">
                    <a:lumMod val="100000"/>
                  </a:schemeClr>
                </a:solidFill>
                <a:effectLst/>
                <a:uLnTx/>
                <a:uFillTx/>
                <a:sym typeface="+mn-lt"/>
              </a:rPr>
              <a:t>03</a:t>
            </a:r>
          </a:p>
        </p:txBody>
      </p:sp>
      <p:sp>
        <p:nvSpPr>
          <p:cNvPr id="40" name="矩形: 圆角 4"/>
          <p:cNvSpPr/>
          <p:nvPr>
            <p:custDataLst>
              <p:tags r:id="rId12"/>
            </p:custDataLst>
          </p:nvPr>
        </p:nvSpPr>
        <p:spPr>
          <a:xfrm>
            <a:off x="5459730" y="2244804"/>
            <a:ext cx="1512094" cy="3358991"/>
          </a:xfrm>
          <a:prstGeom prst="roundRect">
            <a:avLst>
              <a:gd name="adj" fmla="val 5926"/>
            </a:avLst>
          </a:prstGeom>
          <a:solidFill>
            <a:sysClr val="window" lastClr="FFFFFF">
              <a:alpha val="15000"/>
            </a:sysClr>
          </a:solidFill>
          <a:ln w="12700" cap="flat" cmpd="sng" algn="ctr">
            <a:solidFill>
              <a:schemeClr val="accent4"/>
            </a:solidFill>
            <a:prstDash val="solid"/>
            <a:miter lim="800000"/>
          </a:ln>
          <a:effectLst/>
        </p:spPr>
        <p:txBody>
          <a:bodyPr wrap="square" lIns="237490" tIns="555897" rIns="237490" bIns="258626" rtlCol="0" anchor="t">
            <a:normAutofit fontScale="97500" lnSpcReduction="10000"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Correlation heatmap highlighted relationships among key features.</a:t>
            </a:r>
          </a:p>
        </p:txBody>
      </p:sp>
      <p:sp>
        <p:nvSpPr>
          <p:cNvPr id="42" name="任意多边形: 形状 11"/>
          <p:cNvSpPr/>
          <p:nvPr>
            <p:custDataLst>
              <p:tags r:id="rId13"/>
            </p:custDataLst>
          </p:nvPr>
        </p:nvSpPr>
        <p:spPr>
          <a:xfrm>
            <a:off x="5459730" y="5510927"/>
            <a:ext cx="1512094" cy="93345"/>
          </a:xfrm>
          <a:custGeom>
            <a:avLst/>
            <a:gdLst>
              <a:gd name="connsiteX0" fmla="*/ 0 w 2299702"/>
              <a:gd name="connsiteY0" fmla="*/ 0 h 105988"/>
              <a:gd name="connsiteX1" fmla="*/ 2299702 w 2299702"/>
              <a:gd name="connsiteY1" fmla="*/ 0 h 105988"/>
              <a:gd name="connsiteX2" fmla="*/ 2295200 w 2299702"/>
              <a:gd name="connsiteY2" fmla="*/ 22301 h 105988"/>
              <a:gd name="connsiteX3" fmla="*/ 2168945 w 2299702"/>
              <a:gd name="connsiteY3" fmla="*/ 105988 h 105988"/>
              <a:gd name="connsiteX4" fmla="*/ 130757 w 2299702"/>
              <a:gd name="connsiteY4" fmla="*/ 105988 h 105988"/>
              <a:gd name="connsiteX5" fmla="*/ 4502 w 2299702"/>
              <a:gd name="connsiteY5" fmla="*/ 22301 h 105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99702" h="105988">
                <a:moveTo>
                  <a:pt x="0" y="0"/>
                </a:moveTo>
                <a:lnTo>
                  <a:pt x="2299702" y="0"/>
                </a:lnTo>
                <a:lnTo>
                  <a:pt x="2295200" y="22301"/>
                </a:lnTo>
                <a:cubicBezTo>
                  <a:pt x="2274399" y="71481"/>
                  <a:pt x="2225702" y="105988"/>
                  <a:pt x="2168945" y="105988"/>
                </a:cubicBezTo>
                <a:lnTo>
                  <a:pt x="130757" y="105988"/>
                </a:lnTo>
                <a:cubicBezTo>
                  <a:pt x="74000" y="105988"/>
                  <a:pt x="25303" y="71481"/>
                  <a:pt x="4502" y="22301"/>
                </a:cubicBezTo>
                <a:close/>
              </a:path>
            </a:pathLst>
          </a:custGeom>
          <a:solidFill>
            <a:schemeClr val="accent4"/>
          </a:solidFill>
          <a:ln w="19050" cap="flat" cmpd="sng" algn="ctr">
            <a:noFill/>
            <a:prstDash val="solid"/>
            <a:miter lim="800000"/>
          </a:ln>
          <a:effectLst>
            <a:outerShdw blurRad="203200" dist="76200" dir="5400000" sx="96000" sy="96000" algn="t" rotWithShape="0">
              <a:schemeClr val="accent4">
                <a:alpha val="30000"/>
              </a:schemeClr>
            </a:outerShdw>
          </a:effectLst>
        </p:spPr>
        <p:txBody>
          <a:bodyPr lIns="0" tIns="0" rIns="0" bIns="0" rtlCol="0" anchor="ctr">
            <a:normAutofit fontScale="40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gradFill>
                <a:gsLst>
                  <a:gs pos="5000">
                    <a:srgbClr val="BC1E1E"/>
                  </a:gs>
                  <a:gs pos="100000">
                    <a:srgbClr val="771313"/>
                  </a:gs>
                </a:gsLst>
                <a:lin ang="4800000" scaled="0"/>
              </a:gradFill>
              <a:effectLst/>
              <a:uLnTx/>
              <a:uFillTx/>
              <a:latin typeface="+mn-lt"/>
              <a:sym typeface="Arial" panose="020B0604020202020204" pitchFamily="34" charset="0"/>
            </a:endParaRPr>
          </a:p>
        </p:txBody>
      </p:sp>
      <p:sp>
        <p:nvSpPr>
          <p:cNvPr id="43" name="矩形: 圆角 49"/>
          <p:cNvSpPr/>
          <p:nvPr>
            <p:custDataLst>
              <p:tags r:id="rId14"/>
            </p:custDataLst>
          </p:nvPr>
        </p:nvSpPr>
        <p:spPr>
          <a:xfrm>
            <a:off x="5878354" y="1909048"/>
            <a:ext cx="675000" cy="675000"/>
          </a:xfrm>
          <a:prstGeom prst="roundRect">
            <a:avLst>
              <a:gd name="adj" fmla="val 13544"/>
            </a:avLst>
          </a:prstGeom>
          <a:solidFill>
            <a:schemeClr val="accent4"/>
          </a:solidFill>
          <a:ln w="38100" cap="flat" cmpd="sng" algn="ctr">
            <a:noFill/>
            <a:prstDash val="solid"/>
            <a:miter lim="800000"/>
          </a:ln>
          <a:effectLst>
            <a:outerShdw blurRad="152400" dist="76200" dir="2700000" algn="tl" rotWithShape="0">
              <a:schemeClr val="accent4">
                <a:alpha val="30000"/>
              </a:schemeClr>
            </a:outerShdw>
          </a:effectLst>
        </p:spPr>
        <p:txBody>
          <a:bodyPr wrap="none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sz="2400" b="1" i="0" u="none" strike="noStrike" kern="0" cap="none" normalizeH="0" baseline="0" noProof="0" dirty="0">
                <a:ln>
                  <a:noFill/>
                </a:ln>
                <a:solidFill>
                  <a:schemeClr val="lt1">
                    <a:lumMod val="100000"/>
                  </a:schemeClr>
                </a:solidFill>
                <a:effectLst/>
                <a:uLnTx/>
                <a:uFillTx/>
                <a:sym typeface="+mn-lt"/>
              </a:rPr>
              <a:t>04</a:t>
            </a:r>
          </a:p>
        </p:txBody>
      </p:sp>
      <p:sp>
        <p:nvSpPr>
          <p:cNvPr id="45" name="矩形: 圆角 4"/>
          <p:cNvSpPr/>
          <p:nvPr>
            <p:custDataLst>
              <p:tags r:id="rId15"/>
            </p:custDataLst>
          </p:nvPr>
        </p:nvSpPr>
        <p:spPr>
          <a:xfrm>
            <a:off x="7105650" y="2244804"/>
            <a:ext cx="1512094" cy="3358991"/>
          </a:xfrm>
          <a:prstGeom prst="roundRect">
            <a:avLst>
              <a:gd name="adj" fmla="val 5926"/>
            </a:avLst>
          </a:prstGeom>
          <a:solidFill>
            <a:sysClr val="window" lastClr="FFFFFF">
              <a:alpha val="15000"/>
            </a:sysClr>
          </a:solidFill>
          <a:ln w="12700" cap="flat" cmpd="sng" algn="ctr">
            <a:solidFill>
              <a:schemeClr val="accent5"/>
            </a:solidFill>
            <a:prstDash val="solid"/>
            <a:miter lim="800000"/>
          </a:ln>
          <a:effectLst/>
        </p:spPr>
        <p:txBody>
          <a:bodyPr wrap="square" lIns="237490" tIns="555897" rIns="237490" bIns="258626" rtlCol="0" anchor="t">
            <a:normAutofit fontScale="90000" lnSpcReduction="10000"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Insights enable better threat monitoring and proactive defense strategies.</a:t>
            </a:r>
          </a:p>
        </p:txBody>
      </p:sp>
      <p:sp>
        <p:nvSpPr>
          <p:cNvPr id="47" name="任意多边形: 形状 11"/>
          <p:cNvSpPr/>
          <p:nvPr>
            <p:custDataLst>
              <p:tags r:id="rId16"/>
            </p:custDataLst>
          </p:nvPr>
        </p:nvSpPr>
        <p:spPr>
          <a:xfrm>
            <a:off x="7105650" y="5510927"/>
            <a:ext cx="1512094" cy="93345"/>
          </a:xfrm>
          <a:custGeom>
            <a:avLst/>
            <a:gdLst>
              <a:gd name="connsiteX0" fmla="*/ 0 w 2299702"/>
              <a:gd name="connsiteY0" fmla="*/ 0 h 105988"/>
              <a:gd name="connsiteX1" fmla="*/ 2299702 w 2299702"/>
              <a:gd name="connsiteY1" fmla="*/ 0 h 105988"/>
              <a:gd name="connsiteX2" fmla="*/ 2295200 w 2299702"/>
              <a:gd name="connsiteY2" fmla="*/ 22301 h 105988"/>
              <a:gd name="connsiteX3" fmla="*/ 2168945 w 2299702"/>
              <a:gd name="connsiteY3" fmla="*/ 105988 h 105988"/>
              <a:gd name="connsiteX4" fmla="*/ 130757 w 2299702"/>
              <a:gd name="connsiteY4" fmla="*/ 105988 h 105988"/>
              <a:gd name="connsiteX5" fmla="*/ 4502 w 2299702"/>
              <a:gd name="connsiteY5" fmla="*/ 22301 h 105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99702" h="105988">
                <a:moveTo>
                  <a:pt x="0" y="0"/>
                </a:moveTo>
                <a:lnTo>
                  <a:pt x="2299702" y="0"/>
                </a:lnTo>
                <a:lnTo>
                  <a:pt x="2295200" y="22301"/>
                </a:lnTo>
                <a:cubicBezTo>
                  <a:pt x="2274399" y="71481"/>
                  <a:pt x="2225702" y="105988"/>
                  <a:pt x="2168945" y="105988"/>
                </a:cubicBezTo>
                <a:lnTo>
                  <a:pt x="130757" y="105988"/>
                </a:lnTo>
                <a:cubicBezTo>
                  <a:pt x="74000" y="105988"/>
                  <a:pt x="25303" y="71481"/>
                  <a:pt x="4502" y="22301"/>
                </a:cubicBezTo>
                <a:close/>
              </a:path>
            </a:pathLst>
          </a:custGeom>
          <a:solidFill>
            <a:schemeClr val="accent5"/>
          </a:solidFill>
          <a:ln w="19050" cap="flat" cmpd="sng" algn="ctr">
            <a:noFill/>
            <a:prstDash val="solid"/>
            <a:miter lim="800000"/>
          </a:ln>
          <a:effectLst>
            <a:outerShdw blurRad="203200" dist="76200" dir="5400000" sx="96000" sy="96000" algn="t" rotWithShape="0">
              <a:schemeClr val="accent5">
                <a:alpha val="30000"/>
              </a:schemeClr>
            </a:outerShdw>
          </a:effectLst>
        </p:spPr>
        <p:txBody>
          <a:bodyPr lIns="0" tIns="0" rIns="0" bIns="0" rtlCol="0" anchor="ctr">
            <a:normAutofit fontScale="40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gradFill>
                <a:gsLst>
                  <a:gs pos="5000">
                    <a:srgbClr val="BC1E1E"/>
                  </a:gs>
                  <a:gs pos="100000">
                    <a:srgbClr val="771313"/>
                  </a:gs>
                </a:gsLst>
                <a:lin ang="4800000" scaled="0"/>
              </a:gradFill>
              <a:effectLst/>
              <a:uLnTx/>
              <a:uFillTx/>
              <a:latin typeface="+mn-lt"/>
              <a:sym typeface="Arial" panose="020B0604020202020204" pitchFamily="34" charset="0"/>
            </a:endParaRPr>
          </a:p>
        </p:txBody>
      </p:sp>
      <p:sp>
        <p:nvSpPr>
          <p:cNvPr id="48" name="矩形: 圆角 49"/>
          <p:cNvSpPr/>
          <p:nvPr>
            <p:custDataLst>
              <p:tags r:id="rId17"/>
            </p:custDataLst>
          </p:nvPr>
        </p:nvSpPr>
        <p:spPr>
          <a:xfrm>
            <a:off x="7524274" y="1909048"/>
            <a:ext cx="675000" cy="675000"/>
          </a:xfrm>
          <a:prstGeom prst="roundRect">
            <a:avLst>
              <a:gd name="adj" fmla="val 13544"/>
            </a:avLst>
          </a:prstGeom>
          <a:solidFill>
            <a:schemeClr val="accent5"/>
          </a:solidFill>
          <a:ln w="38100" cap="flat" cmpd="sng" algn="ctr">
            <a:noFill/>
            <a:prstDash val="solid"/>
            <a:miter lim="800000"/>
          </a:ln>
          <a:effectLst>
            <a:outerShdw blurRad="152400" dist="76200" dir="2700000" algn="tl" rotWithShape="0">
              <a:schemeClr val="accent5">
                <a:alpha val="30000"/>
              </a:schemeClr>
            </a:outerShdw>
          </a:effectLst>
        </p:spPr>
        <p:txBody>
          <a:bodyPr wrap="none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sz="2400" b="1" i="0" u="none" strike="noStrike" kern="0" cap="none" normalizeH="0" baseline="0" noProof="0" dirty="0">
                <a:ln>
                  <a:noFill/>
                </a:ln>
                <a:solidFill>
                  <a:schemeClr val="lt1">
                    <a:lumMod val="100000"/>
                  </a:schemeClr>
                </a:solidFill>
                <a:effectLst/>
                <a:uLnTx/>
                <a:uFillTx/>
                <a:sym typeface="+mn-lt"/>
              </a:rPr>
              <a:t>05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16890" y="1291590"/>
            <a:ext cx="7820025" cy="483489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344805" y="647065"/>
            <a:ext cx="7023100" cy="6838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800"/>
              <a:t>Bar chart of top 10 countries for Cyber Attacks</a:t>
            </a:r>
            <a:endParaRPr lang="en-US" sz="280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33525" y="1464945"/>
            <a:ext cx="6125210" cy="466153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490855" y="520700"/>
            <a:ext cx="6610985" cy="617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800"/>
              <a:t>Distribution of Cyber Attacks from Countries</a:t>
            </a:r>
            <a:endParaRPr lang="en-US" sz="280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12165" y="1378585"/>
            <a:ext cx="7518400" cy="474789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680085" y="492760"/>
            <a:ext cx="4331335" cy="7416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800"/>
              <a:t>Typing Speed of Attackers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94765" y="1292860"/>
            <a:ext cx="6621145" cy="483362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783590" y="474345"/>
            <a:ext cx="5375910" cy="779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800"/>
              <a:t>Correlation Heat Map</a:t>
            </a:r>
            <a:endParaRPr lang="en-US" sz="280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22000" y="1153054"/>
            <a:ext cx="8100000" cy="594000"/>
          </a:xfrm>
        </p:spPr>
        <p:txBody>
          <a:bodyPr wrap="square">
            <a:normAutofit fontScale="90000"/>
          </a:bodyPr>
          <a:lstStyle/>
          <a:p>
            <a:r>
              <a:rPr lang="en-US" sz="3800" spc="0" dirty="0">
                <a:latin typeface="+mj-lt"/>
              </a:rPr>
              <a:t>Conclusion &amp; Future Enhancements</a:t>
            </a:r>
          </a:p>
        </p:txBody>
      </p:sp>
      <p:sp>
        <p:nvSpPr>
          <p:cNvPr id="2" name="任意多边形: 形状 53"/>
          <p:cNvSpPr/>
          <p:nvPr>
            <p:custDataLst>
              <p:tags r:id="rId3"/>
            </p:custDataLst>
          </p:nvPr>
        </p:nvSpPr>
        <p:spPr>
          <a:xfrm>
            <a:off x="3721606" y="2436463"/>
            <a:ext cx="666142" cy="666939"/>
          </a:xfrm>
          <a:custGeom>
            <a:avLst/>
            <a:gdLst>
              <a:gd name="connsiteX0" fmla="*/ 0 w 1047166"/>
              <a:gd name="connsiteY0" fmla="*/ 1045294 h 1132236"/>
              <a:gd name="connsiteX1" fmla="*/ 0 w 1047166"/>
              <a:gd name="connsiteY1" fmla="*/ 1045295 h 1132236"/>
              <a:gd name="connsiteX2" fmla="*/ 0 w 1047166"/>
              <a:gd name="connsiteY2" fmla="*/ 1045295 h 1132236"/>
              <a:gd name="connsiteX3" fmla="*/ 1045295 w 1047166"/>
              <a:gd name="connsiteY3" fmla="*/ 0 h 1132236"/>
              <a:gd name="connsiteX4" fmla="*/ 1047166 w 1047166"/>
              <a:gd name="connsiteY4" fmla="*/ 0 h 1132236"/>
              <a:gd name="connsiteX5" fmla="*/ 1047166 w 1047166"/>
              <a:gd name="connsiteY5" fmla="*/ 1132236 h 1132236"/>
              <a:gd name="connsiteX6" fmla="*/ 4390 w 1047166"/>
              <a:gd name="connsiteY6" fmla="*/ 1132236 h 1132236"/>
              <a:gd name="connsiteX7" fmla="*/ 0 w 1047166"/>
              <a:gd name="connsiteY7" fmla="*/ 1045295 h 1132236"/>
              <a:gd name="connsiteX8" fmla="*/ 5397 w 1047166"/>
              <a:gd name="connsiteY8" fmla="*/ 938420 h 1132236"/>
              <a:gd name="connsiteX9" fmla="*/ 1045295 w 1047166"/>
              <a:gd name="connsiteY9" fmla="*/ 0 h 1132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7166" h="1132236">
                <a:moveTo>
                  <a:pt x="0" y="1045294"/>
                </a:moveTo>
                <a:lnTo>
                  <a:pt x="0" y="1045295"/>
                </a:lnTo>
                <a:lnTo>
                  <a:pt x="0" y="1045295"/>
                </a:lnTo>
                <a:close/>
                <a:moveTo>
                  <a:pt x="1045295" y="0"/>
                </a:moveTo>
                <a:lnTo>
                  <a:pt x="1047166" y="0"/>
                </a:lnTo>
                <a:lnTo>
                  <a:pt x="1047166" y="1132236"/>
                </a:lnTo>
                <a:lnTo>
                  <a:pt x="4390" y="1132236"/>
                </a:lnTo>
                <a:lnTo>
                  <a:pt x="0" y="1045295"/>
                </a:lnTo>
                <a:lnTo>
                  <a:pt x="5397" y="938420"/>
                </a:lnTo>
                <a:cubicBezTo>
                  <a:pt x="58927" y="411324"/>
                  <a:pt x="504076" y="0"/>
                  <a:pt x="104529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4000" tIns="324000" rIns="0" bIns="47486" rtlCol="0" anchor="ctr">
            <a:normAutofit fontScale="75000" lnSpcReduction="10000"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4" name="任意多边形: 形状 56"/>
          <p:cNvSpPr/>
          <p:nvPr>
            <p:custDataLst>
              <p:tags r:id="rId4"/>
            </p:custDataLst>
          </p:nvPr>
        </p:nvSpPr>
        <p:spPr>
          <a:xfrm>
            <a:off x="521494" y="1964471"/>
            <a:ext cx="3898476" cy="1147173"/>
          </a:xfrm>
          <a:custGeom>
            <a:avLst/>
            <a:gdLst>
              <a:gd name="connsiteX0" fmla="*/ 133648 w 5197663"/>
              <a:gd name="connsiteY0" fmla="*/ 54697 h 1529474"/>
              <a:gd name="connsiteX1" fmla="*/ 59477 w 5197663"/>
              <a:gd name="connsiteY1" fmla="*/ 128868 h 1529474"/>
              <a:gd name="connsiteX2" fmla="*/ 59477 w 5197663"/>
              <a:gd name="connsiteY2" fmla="*/ 1400606 h 1529474"/>
              <a:gd name="connsiteX3" fmla="*/ 133648 w 5197663"/>
              <a:gd name="connsiteY3" fmla="*/ 1474777 h 1529474"/>
              <a:gd name="connsiteX4" fmla="*/ 5064014 w 5197663"/>
              <a:gd name="connsiteY4" fmla="*/ 1474777 h 1529474"/>
              <a:gd name="connsiteX5" fmla="*/ 5138185 w 5197663"/>
              <a:gd name="connsiteY5" fmla="*/ 1400606 h 1529474"/>
              <a:gd name="connsiteX6" fmla="*/ 5138185 w 5197663"/>
              <a:gd name="connsiteY6" fmla="*/ 128868 h 1529474"/>
              <a:gd name="connsiteX7" fmla="*/ 5064014 w 5197663"/>
              <a:gd name="connsiteY7" fmla="*/ 54697 h 1529474"/>
              <a:gd name="connsiteX8" fmla="*/ 81720 w 5197663"/>
              <a:gd name="connsiteY8" fmla="*/ 0 h 1529474"/>
              <a:gd name="connsiteX9" fmla="*/ 5115943 w 5197663"/>
              <a:gd name="connsiteY9" fmla="*/ 0 h 1529474"/>
              <a:gd name="connsiteX10" fmla="*/ 5197663 w 5197663"/>
              <a:gd name="connsiteY10" fmla="*/ 81720 h 1529474"/>
              <a:gd name="connsiteX11" fmla="*/ 5197663 w 5197663"/>
              <a:gd name="connsiteY11" fmla="*/ 1447754 h 1529474"/>
              <a:gd name="connsiteX12" fmla="*/ 5115943 w 5197663"/>
              <a:gd name="connsiteY12" fmla="*/ 1529474 h 1529474"/>
              <a:gd name="connsiteX13" fmla="*/ 81720 w 5197663"/>
              <a:gd name="connsiteY13" fmla="*/ 1529474 h 1529474"/>
              <a:gd name="connsiteX14" fmla="*/ 0 w 5197663"/>
              <a:gd name="connsiteY14" fmla="*/ 1447754 h 1529474"/>
              <a:gd name="connsiteX15" fmla="*/ 0 w 5197663"/>
              <a:gd name="connsiteY15" fmla="*/ 81720 h 1529474"/>
              <a:gd name="connsiteX16" fmla="*/ 81720 w 5197663"/>
              <a:gd name="connsiteY16" fmla="*/ 0 h 1529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197663" h="1529474">
                <a:moveTo>
                  <a:pt x="133648" y="54697"/>
                </a:moveTo>
                <a:cubicBezTo>
                  <a:pt x="92684" y="54697"/>
                  <a:pt x="59477" y="87904"/>
                  <a:pt x="59477" y="128868"/>
                </a:cubicBezTo>
                <a:lnTo>
                  <a:pt x="59477" y="1400606"/>
                </a:lnTo>
                <a:cubicBezTo>
                  <a:pt x="59477" y="1441570"/>
                  <a:pt x="92684" y="1474777"/>
                  <a:pt x="133648" y="1474777"/>
                </a:cubicBezTo>
                <a:lnTo>
                  <a:pt x="5064014" y="1474777"/>
                </a:lnTo>
                <a:cubicBezTo>
                  <a:pt x="5104978" y="1474777"/>
                  <a:pt x="5138185" y="1441570"/>
                  <a:pt x="5138185" y="1400606"/>
                </a:cubicBezTo>
                <a:lnTo>
                  <a:pt x="5138185" y="128868"/>
                </a:lnTo>
                <a:cubicBezTo>
                  <a:pt x="5138185" y="87904"/>
                  <a:pt x="5104978" y="54697"/>
                  <a:pt x="5064014" y="54697"/>
                </a:cubicBezTo>
                <a:close/>
                <a:moveTo>
                  <a:pt x="81720" y="0"/>
                </a:moveTo>
                <a:lnTo>
                  <a:pt x="5115943" y="0"/>
                </a:lnTo>
                <a:cubicBezTo>
                  <a:pt x="5161076" y="0"/>
                  <a:pt x="5197663" y="36587"/>
                  <a:pt x="5197663" y="81720"/>
                </a:cubicBezTo>
                <a:lnTo>
                  <a:pt x="5197663" y="1447754"/>
                </a:lnTo>
                <a:cubicBezTo>
                  <a:pt x="5197663" y="1492887"/>
                  <a:pt x="5161076" y="1529474"/>
                  <a:pt x="5115943" y="1529474"/>
                </a:cubicBezTo>
                <a:lnTo>
                  <a:pt x="81720" y="1529474"/>
                </a:lnTo>
                <a:cubicBezTo>
                  <a:pt x="36587" y="1529474"/>
                  <a:pt x="0" y="1492887"/>
                  <a:pt x="0" y="1447754"/>
                </a:cubicBezTo>
                <a:lnTo>
                  <a:pt x="0" y="81720"/>
                </a:lnTo>
                <a:cubicBezTo>
                  <a:pt x="0" y="36587"/>
                  <a:pt x="36587" y="0"/>
                  <a:pt x="817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22371" tIns="177358" rIns="1253264" bIns="177357" rtlCol="0" anchor="ctr">
            <a:normAutofit fontScale="90000" lnSpcReduction="10000"/>
          </a:bodyPr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Conclusion: Apache Spark enabled fast, scalable analysis of cyber attack data.</a:t>
            </a:r>
          </a:p>
        </p:txBody>
      </p:sp>
      <p:sp>
        <p:nvSpPr>
          <p:cNvPr id="5" name="任意多边形: 形状 61"/>
          <p:cNvSpPr/>
          <p:nvPr>
            <p:custDataLst>
              <p:tags r:id="rId5"/>
            </p:custDataLst>
          </p:nvPr>
        </p:nvSpPr>
        <p:spPr>
          <a:xfrm>
            <a:off x="3721606" y="3691931"/>
            <a:ext cx="666143" cy="666939"/>
          </a:xfrm>
          <a:custGeom>
            <a:avLst/>
            <a:gdLst>
              <a:gd name="connsiteX0" fmla="*/ 0 w 1047166"/>
              <a:gd name="connsiteY0" fmla="*/ 1045294 h 1132236"/>
              <a:gd name="connsiteX1" fmla="*/ 0 w 1047166"/>
              <a:gd name="connsiteY1" fmla="*/ 1045295 h 1132236"/>
              <a:gd name="connsiteX2" fmla="*/ 0 w 1047166"/>
              <a:gd name="connsiteY2" fmla="*/ 1045295 h 1132236"/>
              <a:gd name="connsiteX3" fmla="*/ 1045295 w 1047166"/>
              <a:gd name="connsiteY3" fmla="*/ 0 h 1132236"/>
              <a:gd name="connsiteX4" fmla="*/ 1047166 w 1047166"/>
              <a:gd name="connsiteY4" fmla="*/ 0 h 1132236"/>
              <a:gd name="connsiteX5" fmla="*/ 1047166 w 1047166"/>
              <a:gd name="connsiteY5" fmla="*/ 1132236 h 1132236"/>
              <a:gd name="connsiteX6" fmla="*/ 4390 w 1047166"/>
              <a:gd name="connsiteY6" fmla="*/ 1132236 h 1132236"/>
              <a:gd name="connsiteX7" fmla="*/ 0 w 1047166"/>
              <a:gd name="connsiteY7" fmla="*/ 1045295 h 1132236"/>
              <a:gd name="connsiteX8" fmla="*/ 5397 w 1047166"/>
              <a:gd name="connsiteY8" fmla="*/ 938420 h 1132236"/>
              <a:gd name="connsiteX9" fmla="*/ 1045295 w 1047166"/>
              <a:gd name="connsiteY9" fmla="*/ 0 h 1132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7166" h="1132236">
                <a:moveTo>
                  <a:pt x="0" y="1045294"/>
                </a:moveTo>
                <a:lnTo>
                  <a:pt x="0" y="1045295"/>
                </a:lnTo>
                <a:lnTo>
                  <a:pt x="0" y="1045295"/>
                </a:lnTo>
                <a:close/>
                <a:moveTo>
                  <a:pt x="1045295" y="0"/>
                </a:moveTo>
                <a:lnTo>
                  <a:pt x="1047166" y="0"/>
                </a:lnTo>
                <a:lnTo>
                  <a:pt x="1047166" y="1132236"/>
                </a:lnTo>
                <a:lnTo>
                  <a:pt x="4390" y="1132236"/>
                </a:lnTo>
                <a:lnTo>
                  <a:pt x="0" y="1045295"/>
                </a:lnTo>
                <a:lnTo>
                  <a:pt x="5397" y="938420"/>
                </a:lnTo>
                <a:cubicBezTo>
                  <a:pt x="58927" y="411324"/>
                  <a:pt x="504076" y="0"/>
                  <a:pt x="104529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4000" tIns="324000" rIns="0" bIns="47486" rtlCol="0" anchor="ctr">
            <a:normAutofit fontScale="75000" lnSpcReduction="10000"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6" name="任意多边形: 形状 64"/>
          <p:cNvSpPr/>
          <p:nvPr>
            <p:custDataLst>
              <p:tags r:id="rId6"/>
            </p:custDataLst>
          </p:nvPr>
        </p:nvSpPr>
        <p:spPr>
          <a:xfrm>
            <a:off x="521494" y="3211843"/>
            <a:ext cx="3898476" cy="1147173"/>
          </a:xfrm>
          <a:custGeom>
            <a:avLst/>
            <a:gdLst>
              <a:gd name="connsiteX0" fmla="*/ 133648 w 5197663"/>
              <a:gd name="connsiteY0" fmla="*/ 54697 h 1529474"/>
              <a:gd name="connsiteX1" fmla="*/ 59477 w 5197663"/>
              <a:gd name="connsiteY1" fmla="*/ 128868 h 1529474"/>
              <a:gd name="connsiteX2" fmla="*/ 59477 w 5197663"/>
              <a:gd name="connsiteY2" fmla="*/ 1400606 h 1529474"/>
              <a:gd name="connsiteX3" fmla="*/ 133648 w 5197663"/>
              <a:gd name="connsiteY3" fmla="*/ 1474777 h 1529474"/>
              <a:gd name="connsiteX4" fmla="*/ 5064014 w 5197663"/>
              <a:gd name="connsiteY4" fmla="*/ 1474777 h 1529474"/>
              <a:gd name="connsiteX5" fmla="*/ 5138185 w 5197663"/>
              <a:gd name="connsiteY5" fmla="*/ 1400606 h 1529474"/>
              <a:gd name="connsiteX6" fmla="*/ 5138185 w 5197663"/>
              <a:gd name="connsiteY6" fmla="*/ 128868 h 1529474"/>
              <a:gd name="connsiteX7" fmla="*/ 5064014 w 5197663"/>
              <a:gd name="connsiteY7" fmla="*/ 54697 h 1529474"/>
              <a:gd name="connsiteX8" fmla="*/ 81720 w 5197663"/>
              <a:gd name="connsiteY8" fmla="*/ 0 h 1529474"/>
              <a:gd name="connsiteX9" fmla="*/ 5115943 w 5197663"/>
              <a:gd name="connsiteY9" fmla="*/ 0 h 1529474"/>
              <a:gd name="connsiteX10" fmla="*/ 5197663 w 5197663"/>
              <a:gd name="connsiteY10" fmla="*/ 81720 h 1529474"/>
              <a:gd name="connsiteX11" fmla="*/ 5197663 w 5197663"/>
              <a:gd name="connsiteY11" fmla="*/ 1447754 h 1529474"/>
              <a:gd name="connsiteX12" fmla="*/ 5115943 w 5197663"/>
              <a:gd name="connsiteY12" fmla="*/ 1529474 h 1529474"/>
              <a:gd name="connsiteX13" fmla="*/ 81720 w 5197663"/>
              <a:gd name="connsiteY13" fmla="*/ 1529474 h 1529474"/>
              <a:gd name="connsiteX14" fmla="*/ 0 w 5197663"/>
              <a:gd name="connsiteY14" fmla="*/ 1447754 h 1529474"/>
              <a:gd name="connsiteX15" fmla="*/ 0 w 5197663"/>
              <a:gd name="connsiteY15" fmla="*/ 81720 h 1529474"/>
              <a:gd name="connsiteX16" fmla="*/ 81720 w 5197663"/>
              <a:gd name="connsiteY16" fmla="*/ 0 h 1529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197663" h="1529474">
                <a:moveTo>
                  <a:pt x="133648" y="54697"/>
                </a:moveTo>
                <a:cubicBezTo>
                  <a:pt x="92684" y="54697"/>
                  <a:pt x="59477" y="87904"/>
                  <a:pt x="59477" y="128868"/>
                </a:cubicBezTo>
                <a:lnTo>
                  <a:pt x="59477" y="1400606"/>
                </a:lnTo>
                <a:cubicBezTo>
                  <a:pt x="59477" y="1441570"/>
                  <a:pt x="92684" y="1474777"/>
                  <a:pt x="133648" y="1474777"/>
                </a:cubicBezTo>
                <a:lnTo>
                  <a:pt x="5064014" y="1474777"/>
                </a:lnTo>
                <a:cubicBezTo>
                  <a:pt x="5104978" y="1474777"/>
                  <a:pt x="5138185" y="1441570"/>
                  <a:pt x="5138185" y="1400606"/>
                </a:cubicBezTo>
                <a:lnTo>
                  <a:pt x="5138185" y="128868"/>
                </a:lnTo>
                <a:cubicBezTo>
                  <a:pt x="5138185" y="87904"/>
                  <a:pt x="5104978" y="54697"/>
                  <a:pt x="5064014" y="54697"/>
                </a:cubicBezTo>
                <a:close/>
                <a:moveTo>
                  <a:pt x="81720" y="0"/>
                </a:moveTo>
                <a:lnTo>
                  <a:pt x="5115943" y="0"/>
                </a:lnTo>
                <a:cubicBezTo>
                  <a:pt x="5161076" y="0"/>
                  <a:pt x="5197663" y="36587"/>
                  <a:pt x="5197663" y="81720"/>
                </a:cubicBezTo>
                <a:lnTo>
                  <a:pt x="5197663" y="1447754"/>
                </a:lnTo>
                <a:cubicBezTo>
                  <a:pt x="5197663" y="1492887"/>
                  <a:pt x="5161076" y="1529474"/>
                  <a:pt x="5115943" y="1529474"/>
                </a:cubicBezTo>
                <a:lnTo>
                  <a:pt x="81720" y="1529474"/>
                </a:lnTo>
                <a:cubicBezTo>
                  <a:pt x="36587" y="1529474"/>
                  <a:pt x="0" y="1492887"/>
                  <a:pt x="0" y="1447754"/>
                </a:cubicBezTo>
                <a:lnTo>
                  <a:pt x="0" y="81720"/>
                </a:lnTo>
                <a:cubicBezTo>
                  <a:pt x="0" y="36587"/>
                  <a:pt x="36587" y="0"/>
                  <a:pt x="8172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22371" tIns="177358" rIns="1253264" bIns="177357" rtlCol="0" anchor="ctr">
            <a:normAutofit fontScale="90000" lnSpcReduction="10000"/>
          </a:bodyPr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Improved understanding supports better cybersecurity decision-making.</a:t>
            </a:r>
          </a:p>
        </p:txBody>
      </p:sp>
      <p:sp>
        <p:nvSpPr>
          <p:cNvPr id="7" name="任意多边形: 形状 65"/>
          <p:cNvSpPr/>
          <p:nvPr>
            <p:custDataLst>
              <p:tags r:id="rId7"/>
            </p:custDataLst>
          </p:nvPr>
        </p:nvSpPr>
        <p:spPr>
          <a:xfrm>
            <a:off x="3721606" y="4939303"/>
            <a:ext cx="666143" cy="666939"/>
          </a:xfrm>
          <a:custGeom>
            <a:avLst/>
            <a:gdLst>
              <a:gd name="connsiteX0" fmla="*/ 0 w 1047166"/>
              <a:gd name="connsiteY0" fmla="*/ 1045294 h 1132236"/>
              <a:gd name="connsiteX1" fmla="*/ 0 w 1047166"/>
              <a:gd name="connsiteY1" fmla="*/ 1045295 h 1132236"/>
              <a:gd name="connsiteX2" fmla="*/ 0 w 1047166"/>
              <a:gd name="connsiteY2" fmla="*/ 1045295 h 1132236"/>
              <a:gd name="connsiteX3" fmla="*/ 1045295 w 1047166"/>
              <a:gd name="connsiteY3" fmla="*/ 0 h 1132236"/>
              <a:gd name="connsiteX4" fmla="*/ 1047166 w 1047166"/>
              <a:gd name="connsiteY4" fmla="*/ 0 h 1132236"/>
              <a:gd name="connsiteX5" fmla="*/ 1047166 w 1047166"/>
              <a:gd name="connsiteY5" fmla="*/ 1132236 h 1132236"/>
              <a:gd name="connsiteX6" fmla="*/ 4390 w 1047166"/>
              <a:gd name="connsiteY6" fmla="*/ 1132236 h 1132236"/>
              <a:gd name="connsiteX7" fmla="*/ 0 w 1047166"/>
              <a:gd name="connsiteY7" fmla="*/ 1045295 h 1132236"/>
              <a:gd name="connsiteX8" fmla="*/ 5397 w 1047166"/>
              <a:gd name="connsiteY8" fmla="*/ 938420 h 1132236"/>
              <a:gd name="connsiteX9" fmla="*/ 1045295 w 1047166"/>
              <a:gd name="connsiteY9" fmla="*/ 0 h 1132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7166" h="1132236">
                <a:moveTo>
                  <a:pt x="0" y="1045294"/>
                </a:moveTo>
                <a:lnTo>
                  <a:pt x="0" y="1045295"/>
                </a:lnTo>
                <a:lnTo>
                  <a:pt x="0" y="1045295"/>
                </a:lnTo>
                <a:close/>
                <a:moveTo>
                  <a:pt x="1045295" y="0"/>
                </a:moveTo>
                <a:lnTo>
                  <a:pt x="1047166" y="0"/>
                </a:lnTo>
                <a:lnTo>
                  <a:pt x="1047166" y="1132236"/>
                </a:lnTo>
                <a:lnTo>
                  <a:pt x="4390" y="1132236"/>
                </a:lnTo>
                <a:lnTo>
                  <a:pt x="0" y="1045295"/>
                </a:lnTo>
                <a:lnTo>
                  <a:pt x="5397" y="938420"/>
                </a:lnTo>
                <a:cubicBezTo>
                  <a:pt x="58927" y="411324"/>
                  <a:pt x="504076" y="0"/>
                  <a:pt x="104529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4000" tIns="324000" rIns="0" bIns="47486" rtlCol="0" anchor="ctr">
            <a:normAutofit fontScale="75000" lnSpcReduction="10000"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8" name="任意多边形: 形状 68"/>
          <p:cNvSpPr/>
          <p:nvPr>
            <p:custDataLst>
              <p:tags r:id="rId8"/>
            </p:custDataLst>
          </p:nvPr>
        </p:nvSpPr>
        <p:spPr>
          <a:xfrm>
            <a:off x="521494" y="4459692"/>
            <a:ext cx="3898476" cy="1147173"/>
          </a:xfrm>
          <a:custGeom>
            <a:avLst/>
            <a:gdLst>
              <a:gd name="connsiteX0" fmla="*/ 133648 w 5197663"/>
              <a:gd name="connsiteY0" fmla="*/ 54697 h 1529474"/>
              <a:gd name="connsiteX1" fmla="*/ 59477 w 5197663"/>
              <a:gd name="connsiteY1" fmla="*/ 128868 h 1529474"/>
              <a:gd name="connsiteX2" fmla="*/ 59477 w 5197663"/>
              <a:gd name="connsiteY2" fmla="*/ 1400606 h 1529474"/>
              <a:gd name="connsiteX3" fmla="*/ 133648 w 5197663"/>
              <a:gd name="connsiteY3" fmla="*/ 1474777 h 1529474"/>
              <a:gd name="connsiteX4" fmla="*/ 5064014 w 5197663"/>
              <a:gd name="connsiteY4" fmla="*/ 1474777 h 1529474"/>
              <a:gd name="connsiteX5" fmla="*/ 5138185 w 5197663"/>
              <a:gd name="connsiteY5" fmla="*/ 1400606 h 1529474"/>
              <a:gd name="connsiteX6" fmla="*/ 5138185 w 5197663"/>
              <a:gd name="connsiteY6" fmla="*/ 128868 h 1529474"/>
              <a:gd name="connsiteX7" fmla="*/ 5064014 w 5197663"/>
              <a:gd name="connsiteY7" fmla="*/ 54697 h 1529474"/>
              <a:gd name="connsiteX8" fmla="*/ 81720 w 5197663"/>
              <a:gd name="connsiteY8" fmla="*/ 0 h 1529474"/>
              <a:gd name="connsiteX9" fmla="*/ 5115943 w 5197663"/>
              <a:gd name="connsiteY9" fmla="*/ 0 h 1529474"/>
              <a:gd name="connsiteX10" fmla="*/ 5197663 w 5197663"/>
              <a:gd name="connsiteY10" fmla="*/ 81720 h 1529474"/>
              <a:gd name="connsiteX11" fmla="*/ 5197663 w 5197663"/>
              <a:gd name="connsiteY11" fmla="*/ 1447754 h 1529474"/>
              <a:gd name="connsiteX12" fmla="*/ 5115943 w 5197663"/>
              <a:gd name="connsiteY12" fmla="*/ 1529474 h 1529474"/>
              <a:gd name="connsiteX13" fmla="*/ 81720 w 5197663"/>
              <a:gd name="connsiteY13" fmla="*/ 1529474 h 1529474"/>
              <a:gd name="connsiteX14" fmla="*/ 0 w 5197663"/>
              <a:gd name="connsiteY14" fmla="*/ 1447754 h 1529474"/>
              <a:gd name="connsiteX15" fmla="*/ 0 w 5197663"/>
              <a:gd name="connsiteY15" fmla="*/ 81720 h 1529474"/>
              <a:gd name="connsiteX16" fmla="*/ 81720 w 5197663"/>
              <a:gd name="connsiteY16" fmla="*/ 0 h 1529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197663" h="1529474">
                <a:moveTo>
                  <a:pt x="133648" y="54697"/>
                </a:moveTo>
                <a:cubicBezTo>
                  <a:pt x="92684" y="54697"/>
                  <a:pt x="59477" y="87904"/>
                  <a:pt x="59477" y="128868"/>
                </a:cubicBezTo>
                <a:lnTo>
                  <a:pt x="59477" y="1400606"/>
                </a:lnTo>
                <a:cubicBezTo>
                  <a:pt x="59477" y="1441570"/>
                  <a:pt x="92684" y="1474777"/>
                  <a:pt x="133648" y="1474777"/>
                </a:cubicBezTo>
                <a:lnTo>
                  <a:pt x="5064014" y="1474777"/>
                </a:lnTo>
                <a:cubicBezTo>
                  <a:pt x="5104978" y="1474777"/>
                  <a:pt x="5138185" y="1441570"/>
                  <a:pt x="5138185" y="1400606"/>
                </a:cubicBezTo>
                <a:lnTo>
                  <a:pt x="5138185" y="128868"/>
                </a:lnTo>
                <a:cubicBezTo>
                  <a:pt x="5138185" y="87904"/>
                  <a:pt x="5104978" y="54697"/>
                  <a:pt x="5064014" y="54697"/>
                </a:cubicBezTo>
                <a:close/>
                <a:moveTo>
                  <a:pt x="81720" y="0"/>
                </a:moveTo>
                <a:lnTo>
                  <a:pt x="5115943" y="0"/>
                </a:lnTo>
                <a:cubicBezTo>
                  <a:pt x="5161076" y="0"/>
                  <a:pt x="5197663" y="36587"/>
                  <a:pt x="5197663" y="81720"/>
                </a:cubicBezTo>
                <a:lnTo>
                  <a:pt x="5197663" y="1447754"/>
                </a:lnTo>
                <a:cubicBezTo>
                  <a:pt x="5197663" y="1492887"/>
                  <a:pt x="5161076" y="1529474"/>
                  <a:pt x="5115943" y="1529474"/>
                </a:cubicBezTo>
                <a:lnTo>
                  <a:pt x="81720" y="1529474"/>
                </a:lnTo>
                <a:cubicBezTo>
                  <a:pt x="36587" y="1529474"/>
                  <a:pt x="0" y="1492887"/>
                  <a:pt x="0" y="1447754"/>
                </a:cubicBezTo>
                <a:lnTo>
                  <a:pt x="0" y="81720"/>
                </a:lnTo>
                <a:cubicBezTo>
                  <a:pt x="0" y="36587"/>
                  <a:pt x="36587" y="0"/>
                  <a:pt x="8172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22371" tIns="177358" rIns="1253264" bIns="177357" rtlCol="0" anchor="ctr"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Apply machine learning for anomaly detection and attack prediction.</a:t>
            </a:r>
          </a:p>
        </p:txBody>
      </p:sp>
      <p:sp>
        <p:nvSpPr>
          <p:cNvPr id="9" name="任意多边形: 形状 91"/>
          <p:cNvSpPr/>
          <p:nvPr>
            <p:custDataLst>
              <p:tags r:id="rId9"/>
            </p:custDataLst>
          </p:nvPr>
        </p:nvSpPr>
        <p:spPr>
          <a:xfrm flipH="1">
            <a:off x="4756081" y="2436463"/>
            <a:ext cx="666142" cy="666939"/>
          </a:xfrm>
          <a:custGeom>
            <a:avLst/>
            <a:gdLst>
              <a:gd name="connsiteX0" fmla="*/ 0 w 1047166"/>
              <a:gd name="connsiteY0" fmla="*/ 1045294 h 1132236"/>
              <a:gd name="connsiteX1" fmla="*/ 0 w 1047166"/>
              <a:gd name="connsiteY1" fmla="*/ 1045295 h 1132236"/>
              <a:gd name="connsiteX2" fmla="*/ 0 w 1047166"/>
              <a:gd name="connsiteY2" fmla="*/ 1045295 h 1132236"/>
              <a:gd name="connsiteX3" fmla="*/ 1045295 w 1047166"/>
              <a:gd name="connsiteY3" fmla="*/ 0 h 1132236"/>
              <a:gd name="connsiteX4" fmla="*/ 1047166 w 1047166"/>
              <a:gd name="connsiteY4" fmla="*/ 0 h 1132236"/>
              <a:gd name="connsiteX5" fmla="*/ 1047166 w 1047166"/>
              <a:gd name="connsiteY5" fmla="*/ 1132236 h 1132236"/>
              <a:gd name="connsiteX6" fmla="*/ 4390 w 1047166"/>
              <a:gd name="connsiteY6" fmla="*/ 1132236 h 1132236"/>
              <a:gd name="connsiteX7" fmla="*/ 0 w 1047166"/>
              <a:gd name="connsiteY7" fmla="*/ 1045295 h 1132236"/>
              <a:gd name="connsiteX8" fmla="*/ 5397 w 1047166"/>
              <a:gd name="connsiteY8" fmla="*/ 938420 h 1132236"/>
              <a:gd name="connsiteX9" fmla="*/ 1045295 w 1047166"/>
              <a:gd name="connsiteY9" fmla="*/ 0 h 1132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7166" h="1132236">
                <a:moveTo>
                  <a:pt x="0" y="1045294"/>
                </a:moveTo>
                <a:lnTo>
                  <a:pt x="0" y="1045295"/>
                </a:lnTo>
                <a:lnTo>
                  <a:pt x="0" y="1045295"/>
                </a:lnTo>
                <a:close/>
                <a:moveTo>
                  <a:pt x="1045295" y="0"/>
                </a:moveTo>
                <a:lnTo>
                  <a:pt x="1047166" y="0"/>
                </a:lnTo>
                <a:lnTo>
                  <a:pt x="1047166" y="1132236"/>
                </a:lnTo>
                <a:lnTo>
                  <a:pt x="4390" y="1132236"/>
                </a:lnTo>
                <a:lnTo>
                  <a:pt x="0" y="1045295"/>
                </a:lnTo>
                <a:lnTo>
                  <a:pt x="5397" y="938420"/>
                </a:lnTo>
                <a:cubicBezTo>
                  <a:pt x="58927" y="411324"/>
                  <a:pt x="504076" y="0"/>
                  <a:pt x="104529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24000" rIns="144000" bIns="47486" rtlCol="0" anchor="ctr">
            <a:normAutofit fontScale="75000" lnSpcReduction="10000"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0" name="任意多边形: 形状 94"/>
          <p:cNvSpPr/>
          <p:nvPr>
            <p:custDataLst>
              <p:tags r:id="rId10"/>
            </p:custDataLst>
          </p:nvPr>
        </p:nvSpPr>
        <p:spPr>
          <a:xfrm flipH="1">
            <a:off x="4724171" y="1964471"/>
            <a:ext cx="3898476" cy="1147173"/>
          </a:xfrm>
          <a:custGeom>
            <a:avLst/>
            <a:gdLst>
              <a:gd name="connsiteX0" fmla="*/ 133648 w 5197663"/>
              <a:gd name="connsiteY0" fmla="*/ 54697 h 1529474"/>
              <a:gd name="connsiteX1" fmla="*/ 59477 w 5197663"/>
              <a:gd name="connsiteY1" fmla="*/ 128868 h 1529474"/>
              <a:gd name="connsiteX2" fmla="*/ 59477 w 5197663"/>
              <a:gd name="connsiteY2" fmla="*/ 1400606 h 1529474"/>
              <a:gd name="connsiteX3" fmla="*/ 133648 w 5197663"/>
              <a:gd name="connsiteY3" fmla="*/ 1474777 h 1529474"/>
              <a:gd name="connsiteX4" fmla="*/ 5064014 w 5197663"/>
              <a:gd name="connsiteY4" fmla="*/ 1474777 h 1529474"/>
              <a:gd name="connsiteX5" fmla="*/ 5138185 w 5197663"/>
              <a:gd name="connsiteY5" fmla="*/ 1400606 h 1529474"/>
              <a:gd name="connsiteX6" fmla="*/ 5138185 w 5197663"/>
              <a:gd name="connsiteY6" fmla="*/ 128868 h 1529474"/>
              <a:gd name="connsiteX7" fmla="*/ 5064014 w 5197663"/>
              <a:gd name="connsiteY7" fmla="*/ 54697 h 1529474"/>
              <a:gd name="connsiteX8" fmla="*/ 81720 w 5197663"/>
              <a:gd name="connsiteY8" fmla="*/ 0 h 1529474"/>
              <a:gd name="connsiteX9" fmla="*/ 5115943 w 5197663"/>
              <a:gd name="connsiteY9" fmla="*/ 0 h 1529474"/>
              <a:gd name="connsiteX10" fmla="*/ 5197663 w 5197663"/>
              <a:gd name="connsiteY10" fmla="*/ 81720 h 1529474"/>
              <a:gd name="connsiteX11" fmla="*/ 5197663 w 5197663"/>
              <a:gd name="connsiteY11" fmla="*/ 1447754 h 1529474"/>
              <a:gd name="connsiteX12" fmla="*/ 5115943 w 5197663"/>
              <a:gd name="connsiteY12" fmla="*/ 1529474 h 1529474"/>
              <a:gd name="connsiteX13" fmla="*/ 81720 w 5197663"/>
              <a:gd name="connsiteY13" fmla="*/ 1529474 h 1529474"/>
              <a:gd name="connsiteX14" fmla="*/ 0 w 5197663"/>
              <a:gd name="connsiteY14" fmla="*/ 1447754 h 1529474"/>
              <a:gd name="connsiteX15" fmla="*/ 0 w 5197663"/>
              <a:gd name="connsiteY15" fmla="*/ 81720 h 1529474"/>
              <a:gd name="connsiteX16" fmla="*/ 81720 w 5197663"/>
              <a:gd name="connsiteY16" fmla="*/ 0 h 1529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197663" h="1529474">
                <a:moveTo>
                  <a:pt x="133648" y="54697"/>
                </a:moveTo>
                <a:cubicBezTo>
                  <a:pt x="92684" y="54697"/>
                  <a:pt x="59477" y="87904"/>
                  <a:pt x="59477" y="128868"/>
                </a:cubicBezTo>
                <a:lnTo>
                  <a:pt x="59477" y="1400606"/>
                </a:lnTo>
                <a:cubicBezTo>
                  <a:pt x="59477" y="1441570"/>
                  <a:pt x="92684" y="1474777"/>
                  <a:pt x="133648" y="1474777"/>
                </a:cubicBezTo>
                <a:lnTo>
                  <a:pt x="5064014" y="1474777"/>
                </a:lnTo>
                <a:cubicBezTo>
                  <a:pt x="5104978" y="1474777"/>
                  <a:pt x="5138185" y="1441570"/>
                  <a:pt x="5138185" y="1400606"/>
                </a:cubicBezTo>
                <a:lnTo>
                  <a:pt x="5138185" y="128868"/>
                </a:lnTo>
                <a:cubicBezTo>
                  <a:pt x="5138185" y="87904"/>
                  <a:pt x="5104978" y="54697"/>
                  <a:pt x="5064014" y="54697"/>
                </a:cubicBezTo>
                <a:close/>
                <a:moveTo>
                  <a:pt x="81720" y="0"/>
                </a:moveTo>
                <a:lnTo>
                  <a:pt x="5115943" y="0"/>
                </a:lnTo>
                <a:cubicBezTo>
                  <a:pt x="5161076" y="0"/>
                  <a:pt x="5197663" y="36587"/>
                  <a:pt x="5197663" y="81720"/>
                </a:cubicBezTo>
                <a:lnTo>
                  <a:pt x="5197663" y="1447754"/>
                </a:lnTo>
                <a:cubicBezTo>
                  <a:pt x="5197663" y="1492887"/>
                  <a:pt x="5161076" y="1529474"/>
                  <a:pt x="5115943" y="1529474"/>
                </a:cubicBezTo>
                <a:lnTo>
                  <a:pt x="81720" y="1529474"/>
                </a:lnTo>
                <a:cubicBezTo>
                  <a:pt x="36587" y="1529474"/>
                  <a:pt x="0" y="1492887"/>
                  <a:pt x="0" y="1447754"/>
                </a:cubicBezTo>
                <a:lnTo>
                  <a:pt x="0" y="81720"/>
                </a:lnTo>
                <a:cubicBezTo>
                  <a:pt x="0" y="36587"/>
                  <a:pt x="36587" y="0"/>
                  <a:pt x="8172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53264" tIns="177358" rIns="322370" bIns="177357" rtlCol="0" anchor="ctr">
            <a:normAutofit/>
          </a:bodyPr>
          <a:lstStyle/>
          <a:p>
            <a:pPr algn="r">
              <a:lnSpc>
                <a:spcPct val="150000"/>
              </a:lnSpc>
            </a:pP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Provided clear insights into attack patterns, locations, and behaviors.</a:t>
            </a:r>
          </a:p>
        </p:txBody>
      </p:sp>
      <p:sp>
        <p:nvSpPr>
          <p:cNvPr id="11" name="任意多边形: 形状 95"/>
          <p:cNvSpPr/>
          <p:nvPr>
            <p:custDataLst>
              <p:tags r:id="rId11"/>
            </p:custDataLst>
          </p:nvPr>
        </p:nvSpPr>
        <p:spPr>
          <a:xfrm flipH="1">
            <a:off x="4756081" y="3691931"/>
            <a:ext cx="666143" cy="666939"/>
          </a:xfrm>
          <a:custGeom>
            <a:avLst/>
            <a:gdLst>
              <a:gd name="connsiteX0" fmla="*/ 0 w 1047166"/>
              <a:gd name="connsiteY0" fmla="*/ 1045294 h 1132236"/>
              <a:gd name="connsiteX1" fmla="*/ 0 w 1047166"/>
              <a:gd name="connsiteY1" fmla="*/ 1045295 h 1132236"/>
              <a:gd name="connsiteX2" fmla="*/ 0 w 1047166"/>
              <a:gd name="connsiteY2" fmla="*/ 1045295 h 1132236"/>
              <a:gd name="connsiteX3" fmla="*/ 1045295 w 1047166"/>
              <a:gd name="connsiteY3" fmla="*/ 0 h 1132236"/>
              <a:gd name="connsiteX4" fmla="*/ 1047166 w 1047166"/>
              <a:gd name="connsiteY4" fmla="*/ 0 h 1132236"/>
              <a:gd name="connsiteX5" fmla="*/ 1047166 w 1047166"/>
              <a:gd name="connsiteY5" fmla="*/ 1132236 h 1132236"/>
              <a:gd name="connsiteX6" fmla="*/ 4390 w 1047166"/>
              <a:gd name="connsiteY6" fmla="*/ 1132236 h 1132236"/>
              <a:gd name="connsiteX7" fmla="*/ 0 w 1047166"/>
              <a:gd name="connsiteY7" fmla="*/ 1045295 h 1132236"/>
              <a:gd name="connsiteX8" fmla="*/ 5397 w 1047166"/>
              <a:gd name="connsiteY8" fmla="*/ 938420 h 1132236"/>
              <a:gd name="connsiteX9" fmla="*/ 1045295 w 1047166"/>
              <a:gd name="connsiteY9" fmla="*/ 0 h 1132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7166" h="1132236">
                <a:moveTo>
                  <a:pt x="0" y="1045294"/>
                </a:moveTo>
                <a:lnTo>
                  <a:pt x="0" y="1045295"/>
                </a:lnTo>
                <a:lnTo>
                  <a:pt x="0" y="1045295"/>
                </a:lnTo>
                <a:close/>
                <a:moveTo>
                  <a:pt x="1045295" y="0"/>
                </a:moveTo>
                <a:lnTo>
                  <a:pt x="1047166" y="0"/>
                </a:lnTo>
                <a:lnTo>
                  <a:pt x="1047166" y="1132236"/>
                </a:lnTo>
                <a:lnTo>
                  <a:pt x="4390" y="1132236"/>
                </a:lnTo>
                <a:lnTo>
                  <a:pt x="0" y="1045295"/>
                </a:lnTo>
                <a:lnTo>
                  <a:pt x="5397" y="938420"/>
                </a:lnTo>
                <a:cubicBezTo>
                  <a:pt x="58927" y="411324"/>
                  <a:pt x="504076" y="0"/>
                  <a:pt x="104529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24000" rIns="144000" bIns="47486" rtlCol="0" anchor="ctr">
            <a:normAutofit fontScale="75000" lnSpcReduction="10000"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2" name="任意多边形: 形状 98"/>
          <p:cNvSpPr/>
          <p:nvPr>
            <p:custDataLst>
              <p:tags r:id="rId12"/>
            </p:custDataLst>
          </p:nvPr>
        </p:nvSpPr>
        <p:spPr>
          <a:xfrm flipH="1">
            <a:off x="4724171" y="3211843"/>
            <a:ext cx="3898476" cy="1147173"/>
          </a:xfrm>
          <a:custGeom>
            <a:avLst/>
            <a:gdLst>
              <a:gd name="connsiteX0" fmla="*/ 133648 w 5197663"/>
              <a:gd name="connsiteY0" fmla="*/ 54697 h 1529474"/>
              <a:gd name="connsiteX1" fmla="*/ 59477 w 5197663"/>
              <a:gd name="connsiteY1" fmla="*/ 128868 h 1529474"/>
              <a:gd name="connsiteX2" fmla="*/ 59477 w 5197663"/>
              <a:gd name="connsiteY2" fmla="*/ 1400606 h 1529474"/>
              <a:gd name="connsiteX3" fmla="*/ 133648 w 5197663"/>
              <a:gd name="connsiteY3" fmla="*/ 1474777 h 1529474"/>
              <a:gd name="connsiteX4" fmla="*/ 5064014 w 5197663"/>
              <a:gd name="connsiteY4" fmla="*/ 1474777 h 1529474"/>
              <a:gd name="connsiteX5" fmla="*/ 5138185 w 5197663"/>
              <a:gd name="connsiteY5" fmla="*/ 1400606 h 1529474"/>
              <a:gd name="connsiteX6" fmla="*/ 5138185 w 5197663"/>
              <a:gd name="connsiteY6" fmla="*/ 128868 h 1529474"/>
              <a:gd name="connsiteX7" fmla="*/ 5064014 w 5197663"/>
              <a:gd name="connsiteY7" fmla="*/ 54697 h 1529474"/>
              <a:gd name="connsiteX8" fmla="*/ 81720 w 5197663"/>
              <a:gd name="connsiteY8" fmla="*/ 0 h 1529474"/>
              <a:gd name="connsiteX9" fmla="*/ 5115943 w 5197663"/>
              <a:gd name="connsiteY9" fmla="*/ 0 h 1529474"/>
              <a:gd name="connsiteX10" fmla="*/ 5197663 w 5197663"/>
              <a:gd name="connsiteY10" fmla="*/ 81720 h 1529474"/>
              <a:gd name="connsiteX11" fmla="*/ 5197663 w 5197663"/>
              <a:gd name="connsiteY11" fmla="*/ 1447754 h 1529474"/>
              <a:gd name="connsiteX12" fmla="*/ 5115943 w 5197663"/>
              <a:gd name="connsiteY12" fmla="*/ 1529474 h 1529474"/>
              <a:gd name="connsiteX13" fmla="*/ 81720 w 5197663"/>
              <a:gd name="connsiteY13" fmla="*/ 1529474 h 1529474"/>
              <a:gd name="connsiteX14" fmla="*/ 0 w 5197663"/>
              <a:gd name="connsiteY14" fmla="*/ 1447754 h 1529474"/>
              <a:gd name="connsiteX15" fmla="*/ 0 w 5197663"/>
              <a:gd name="connsiteY15" fmla="*/ 81720 h 1529474"/>
              <a:gd name="connsiteX16" fmla="*/ 81720 w 5197663"/>
              <a:gd name="connsiteY16" fmla="*/ 0 h 1529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197663" h="1529474">
                <a:moveTo>
                  <a:pt x="133648" y="54697"/>
                </a:moveTo>
                <a:cubicBezTo>
                  <a:pt x="92684" y="54697"/>
                  <a:pt x="59477" y="87904"/>
                  <a:pt x="59477" y="128868"/>
                </a:cubicBezTo>
                <a:lnTo>
                  <a:pt x="59477" y="1400606"/>
                </a:lnTo>
                <a:cubicBezTo>
                  <a:pt x="59477" y="1441570"/>
                  <a:pt x="92684" y="1474777"/>
                  <a:pt x="133648" y="1474777"/>
                </a:cubicBezTo>
                <a:lnTo>
                  <a:pt x="5064014" y="1474777"/>
                </a:lnTo>
                <a:cubicBezTo>
                  <a:pt x="5104978" y="1474777"/>
                  <a:pt x="5138185" y="1441570"/>
                  <a:pt x="5138185" y="1400606"/>
                </a:cubicBezTo>
                <a:lnTo>
                  <a:pt x="5138185" y="128868"/>
                </a:lnTo>
                <a:cubicBezTo>
                  <a:pt x="5138185" y="87904"/>
                  <a:pt x="5104978" y="54697"/>
                  <a:pt x="5064014" y="54697"/>
                </a:cubicBezTo>
                <a:close/>
                <a:moveTo>
                  <a:pt x="81720" y="0"/>
                </a:moveTo>
                <a:lnTo>
                  <a:pt x="5115943" y="0"/>
                </a:lnTo>
                <a:cubicBezTo>
                  <a:pt x="5161076" y="0"/>
                  <a:pt x="5197663" y="36587"/>
                  <a:pt x="5197663" y="81720"/>
                </a:cubicBezTo>
                <a:lnTo>
                  <a:pt x="5197663" y="1447754"/>
                </a:lnTo>
                <a:cubicBezTo>
                  <a:pt x="5197663" y="1492887"/>
                  <a:pt x="5161076" y="1529474"/>
                  <a:pt x="5115943" y="1529474"/>
                </a:cubicBezTo>
                <a:lnTo>
                  <a:pt x="81720" y="1529474"/>
                </a:lnTo>
                <a:cubicBezTo>
                  <a:pt x="36587" y="1529474"/>
                  <a:pt x="0" y="1492887"/>
                  <a:pt x="0" y="1447754"/>
                </a:cubicBezTo>
                <a:lnTo>
                  <a:pt x="0" y="81720"/>
                </a:lnTo>
                <a:cubicBezTo>
                  <a:pt x="0" y="36587"/>
                  <a:pt x="36587" y="0"/>
                  <a:pt x="8172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53264" tIns="177358" rIns="322370" bIns="177357" rtlCol="0" anchor="ctr">
            <a:normAutofit/>
          </a:bodyPr>
          <a:lstStyle/>
          <a:p>
            <a:pPr algn="r">
              <a:lnSpc>
                <a:spcPct val="150000"/>
              </a:lnSpc>
            </a:pP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Future: Integrate Spark Streaming for real-time analysis of live data.</a:t>
            </a:r>
          </a:p>
        </p:txBody>
      </p:sp>
      <p:sp>
        <p:nvSpPr>
          <p:cNvPr id="13" name="任意多边形: 形状 99"/>
          <p:cNvSpPr/>
          <p:nvPr>
            <p:custDataLst>
              <p:tags r:id="rId13"/>
            </p:custDataLst>
          </p:nvPr>
        </p:nvSpPr>
        <p:spPr>
          <a:xfrm flipH="1">
            <a:off x="4756081" y="4939303"/>
            <a:ext cx="666142" cy="666939"/>
          </a:xfrm>
          <a:custGeom>
            <a:avLst/>
            <a:gdLst>
              <a:gd name="connsiteX0" fmla="*/ 0 w 1047166"/>
              <a:gd name="connsiteY0" fmla="*/ 1045294 h 1132236"/>
              <a:gd name="connsiteX1" fmla="*/ 0 w 1047166"/>
              <a:gd name="connsiteY1" fmla="*/ 1045295 h 1132236"/>
              <a:gd name="connsiteX2" fmla="*/ 0 w 1047166"/>
              <a:gd name="connsiteY2" fmla="*/ 1045295 h 1132236"/>
              <a:gd name="connsiteX3" fmla="*/ 1045295 w 1047166"/>
              <a:gd name="connsiteY3" fmla="*/ 0 h 1132236"/>
              <a:gd name="connsiteX4" fmla="*/ 1047166 w 1047166"/>
              <a:gd name="connsiteY4" fmla="*/ 0 h 1132236"/>
              <a:gd name="connsiteX5" fmla="*/ 1047166 w 1047166"/>
              <a:gd name="connsiteY5" fmla="*/ 1132236 h 1132236"/>
              <a:gd name="connsiteX6" fmla="*/ 4390 w 1047166"/>
              <a:gd name="connsiteY6" fmla="*/ 1132236 h 1132236"/>
              <a:gd name="connsiteX7" fmla="*/ 0 w 1047166"/>
              <a:gd name="connsiteY7" fmla="*/ 1045295 h 1132236"/>
              <a:gd name="connsiteX8" fmla="*/ 5397 w 1047166"/>
              <a:gd name="connsiteY8" fmla="*/ 938420 h 1132236"/>
              <a:gd name="connsiteX9" fmla="*/ 1045295 w 1047166"/>
              <a:gd name="connsiteY9" fmla="*/ 0 h 1132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7166" h="1132236">
                <a:moveTo>
                  <a:pt x="0" y="1045294"/>
                </a:moveTo>
                <a:lnTo>
                  <a:pt x="0" y="1045295"/>
                </a:lnTo>
                <a:lnTo>
                  <a:pt x="0" y="1045295"/>
                </a:lnTo>
                <a:close/>
                <a:moveTo>
                  <a:pt x="1045295" y="0"/>
                </a:moveTo>
                <a:lnTo>
                  <a:pt x="1047166" y="0"/>
                </a:lnTo>
                <a:lnTo>
                  <a:pt x="1047166" y="1132236"/>
                </a:lnTo>
                <a:lnTo>
                  <a:pt x="4390" y="1132236"/>
                </a:lnTo>
                <a:lnTo>
                  <a:pt x="0" y="1045295"/>
                </a:lnTo>
                <a:lnTo>
                  <a:pt x="5397" y="938420"/>
                </a:lnTo>
                <a:cubicBezTo>
                  <a:pt x="58927" y="411324"/>
                  <a:pt x="504076" y="0"/>
                  <a:pt x="1045295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24000" rIns="144000" bIns="47486" rtlCol="0" anchor="ctr">
            <a:normAutofit fontScale="75000" lnSpcReduction="10000"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14" name="任意多边形: 形状 102"/>
          <p:cNvSpPr/>
          <p:nvPr>
            <p:custDataLst>
              <p:tags r:id="rId14"/>
            </p:custDataLst>
          </p:nvPr>
        </p:nvSpPr>
        <p:spPr>
          <a:xfrm flipH="1">
            <a:off x="4724171" y="4459692"/>
            <a:ext cx="3898476" cy="1147173"/>
          </a:xfrm>
          <a:custGeom>
            <a:avLst/>
            <a:gdLst>
              <a:gd name="connsiteX0" fmla="*/ 133648 w 5197663"/>
              <a:gd name="connsiteY0" fmla="*/ 54697 h 1529474"/>
              <a:gd name="connsiteX1" fmla="*/ 59477 w 5197663"/>
              <a:gd name="connsiteY1" fmla="*/ 128868 h 1529474"/>
              <a:gd name="connsiteX2" fmla="*/ 59477 w 5197663"/>
              <a:gd name="connsiteY2" fmla="*/ 1400606 h 1529474"/>
              <a:gd name="connsiteX3" fmla="*/ 133648 w 5197663"/>
              <a:gd name="connsiteY3" fmla="*/ 1474777 h 1529474"/>
              <a:gd name="connsiteX4" fmla="*/ 5064014 w 5197663"/>
              <a:gd name="connsiteY4" fmla="*/ 1474777 h 1529474"/>
              <a:gd name="connsiteX5" fmla="*/ 5138185 w 5197663"/>
              <a:gd name="connsiteY5" fmla="*/ 1400606 h 1529474"/>
              <a:gd name="connsiteX6" fmla="*/ 5138185 w 5197663"/>
              <a:gd name="connsiteY6" fmla="*/ 128868 h 1529474"/>
              <a:gd name="connsiteX7" fmla="*/ 5064014 w 5197663"/>
              <a:gd name="connsiteY7" fmla="*/ 54697 h 1529474"/>
              <a:gd name="connsiteX8" fmla="*/ 81720 w 5197663"/>
              <a:gd name="connsiteY8" fmla="*/ 0 h 1529474"/>
              <a:gd name="connsiteX9" fmla="*/ 5115943 w 5197663"/>
              <a:gd name="connsiteY9" fmla="*/ 0 h 1529474"/>
              <a:gd name="connsiteX10" fmla="*/ 5197663 w 5197663"/>
              <a:gd name="connsiteY10" fmla="*/ 81720 h 1529474"/>
              <a:gd name="connsiteX11" fmla="*/ 5197663 w 5197663"/>
              <a:gd name="connsiteY11" fmla="*/ 1447754 h 1529474"/>
              <a:gd name="connsiteX12" fmla="*/ 5115943 w 5197663"/>
              <a:gd name="connsiteY12" fmla="*/ 1529474 h 1529474"/>
              <a:gd name="connsiteX13" fmla="*/ 81720 w 5197663"/>
              <a:gd name="connsiteY13" fmla="*/ 1529474 h 1529474"/>
              <a:gd name="connsiteX14" fmla="*/ 0 w 5197663"/>
              <a:gd name="connsiteY14" fmla="*/ 1447754 h 1529474"/>
              <a:gd name="connsiteX15" fmla="*/ 0 w 5197663"/>
              <a:gd name="connsiteY15" fmla="*/ 81720 h 1529474"/>
              <a:gd name="connsiteX16" fmla="*/ 81720 w 5197663"/>
              <a:gd name="connsiteY16" fmla="*/ 0 h 1529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197663" h="1529474">
                <a:moveTo>
                  <a:pt x="133648" y="54697"/>
                </a:moveTo>
                <a:cubicBezTo>
                  <a:pt x="92684" y="54697"/>
                  <a:pt x="59477" y="87904"/>
                  <a:pt x="59477" y="128868"/>
                </a:cubicBezTo>
                <a:lnTo>
                  <a:pt x="59477" y="1400606"/>
                </a:lnTo>
                <a:cubicBezTo>
                  <a:pt x="59477" y="1441570"/>
                  <a:pt x="92684" y="1474777"/>
                  <a:pt x="133648" y="1474777"/>
                </a:cubicBezTo>
                <a:lnTo>
                  <a:pt x="5064014" y="1474777"/>
                </a:lnTo>
                <a:cubicBezTo>
                  <a:pt x="5104978" y="1474777"/>
                  <a:pt x="5138185" y="1441570"/>
                  <a:pt x="5138185" y="1400606"/>
                </a:cubicBezTo>
                <a:lnTo>
                  <a:pt x="5138185" y="128868"/>
                </a:lnTo>
                <a:cubicBezTo>
                  <a:pt x="5138185" y="87904"/>
                  <a:pt x="5104978" y="54697"/>
                  <a:pt x="5064014" y="54697"/>
                </a:cubicBezTo>
                <a:close/>
                <a:moveTo>
                  <a:pt x="81720" y="0"/>
                </a:moveTo>
                <a:lnTo>
                  <a:pt x="5115943" y="0"/>
                </a:lnTo>
                <a:cubicBezTo>
                  <a:pt x="5161076" y="0"/>
                  <a:pt x="5197663" y="36587"/>
                  <a:pt x="5197663" y="81720"/>
                </a:cubicBezTo>
                <a:lnTo>
                  <a:pt x="5197663" y="1447754"/>
                </a:lnTo>
                <a:cubicBezTo>
                  <a:pt x="5197663" y="1492887"/>
                  <a:pt x="5161076" y="1529474"/>
                  <a:pt x="5115943" y="1529474"/>
                </a:cubicBezTo>
                <a:lnTo>
                  <a:pt x="81720" y="1529474"/>
                </a:lnTo>
                <a:cubicBezTo>
                  <a:pt x="36587" y="1529474"/>
                  <a:pt x="0" y="1492887"/>
                  <a:pt x="0" y="1447754"/>
                </a:cubicBezTo>
                <a:lnTo>
                  <a:pt x="0" y="81720"/>
                </a:lnTo>
                <a:cubicBezTo>
                  <a:pt x="0" y="36587"/>
                  <a:pt x="36587" y="0"/>
                  <a:pt x="8172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53264" tIns="177358" rIns="322370" bIns="177357" rtlCol="0" anchor="ctr">
            <a:normAutofit fontScale="90000" lnSpcReduction="10000"/>
          </a:bodyPr>
          <a:lstStyle/>
          <a:p>
            <a:pPr algn="r">
              <a:lnSpc>
                <a:spcPct val="150000"/>
              </a:lnSpc>
            </a:pP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Build interactive dashboards and deploy on cloud platforms (AWS/Azure/GCP).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65&quot;:[20233482],&quot;70&quot;:[3315875,3322390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8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8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82"/>
  <p:tag name="KSO_WM_TEMPLATE_THUMBS_INDEX" val="1、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SLIDE_ID" val="custom20233482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2"/>
  <p:tag name="KSO_WM_SLIDE_LAYOUT" val="a_f"/>
  <p:tag name="KSO_WM_SLIDE_LAYOUT_CNT" val="1_1"/>
  <p:tag name="KSO_WM_TEMPLATE_THUMBS_INDEX" val="1、9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82_1*a*1"/>
  <p:tag name="KSO_WM_TEMPLATE_CATEGORY" val="custom"/>
  <p:tag name="KSO_WM_TEMPLATE_INDEX" val="20233482"/>
  <p:tag name="KSO_WM_UNIT_LAYERLEVEL" val="1"/>
  <p:tag name="KSO_WM_TAG_VERSION" val="3.0"/>
  <p:tag name="KSO_WM_BEAUTIFY_FLAG" val="#wm#"/>
  <p:tag name="KSO_WM_UNIT_PRESET_TEXT" val="Your title her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38202"/>
  <p:tag name="KSO_WM_SPECIAL_SOURCE" val="bdnull"/>
  <p:tag name="KSO_WM_SLIDE_ID" val="diagram20238202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SLIDE_TYPE" val="text"/>
  <p:tag name="KSO_WM_SLIDE_SUBTYPE" val="diag"/>
  <p:tag name="KSO_WM_SLIDE_SIZE" val="850.946*370.584"/>
  <p:tag name="KSO_WM_SLIDE_POSITION" val="54.9539*106.9"/>
  <p:tag name="KSO_WM_DIAGRAM_GROUP_CODE" val="l1-1"/>
  <p:tag name="KSO_WM_SLIDE_DIAGTYPE" val="l"/>
  <p:tag name="KSO_WM_SLIDE_LAYOUT" val="a_l"/>
  <p:tag name="KSO_WM_SLIDE_LAYOUT_CNT" val="1_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8202_5*a*1"/>
  <p:tag name="KSO_WM_TEMPLATE_CATEGORY" val="diagram"/>
  <p:tag name="KSO_WM_TEMPLATE_INDEX" val="20238202"/>
  <p:tag name="KSO_WM_UNIT_LAYERLEVEL" val="1"/>
  <p:tag name="KSO_WM_TAG_VERSION" val="3.0"/>
  <p:tag name="KSO_WM_BEAUTIFY_FLAG" val="#wm#"/>
  <p:tag name="KSO_WM_UNIT_PRESET_TEXT" val="Your title here"/>
  <p:tag name="KSO_WM_UNIT_TEXT_FILL_FORE_SCHEMECOLOR_INDEX" val="13"/>
  <p:tag name="KSO_WM_UNIT_TEXT_FILL_TYPE" val="1"/>
  <p:tag name="KSO_WM_UNIT_USESOURCEFORMAT_APPLY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8202_4*l_h_f*1_3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77.93788847807053,&quot;left&quot;:41.21539370078739,&quot;top&quot;:147.67506166647652,&quot;width&quot;:638.209606299212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5_1"/>
  <p:tag name="KSO_WM_UNIT_ID" val="diagram20238202_4*l_h_f*1_5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77.93788847807053,&quot;left&quot;:41.21539370078739,&quot;top&quot;:147.67506166647652,&quot;width&quot;:638.209606299212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8202_4*l_h_f*1_1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77.93788847807053,&quot;left&quot;:41.21539370078739,&quot;top&quot;:147.67506166647652,&quot;width&quot;:638.209606299212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8202_4*l_h_i*1_1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277.93788847807053,&quot;left&quot;:41.21539370078739,&quot;top&quot;:147.67506166647652,&quot;width&quot;:638.2096062992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1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8202_4*l_h_i*1_3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277.93788847807053,&quot;left&quot;:41.21539370078739,&quot;top&quot;:147.67506166647652,&quot;width&quot;:638.2096062992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3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8202_4*l_h_f*1_2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77.93788847807053,&quot;left&quot;:41.21539370078739,&quot;top&quot;:147.67506166647652,&quot;width&quot;:638.209606299212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5_1"/>
  <p:tag name="KSO_WM_UNIT_ID" val="diagram20238202_4*l_h_i*1_5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277.93788847807053,&quot;left&quot;:41.21539370078739,&quot;top&quot;:147.67506166647652,&quot;width&quot;:638.2096062992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5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8202_4*l_h_i*1_2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277.93788847807053,&quot;left&quot;:41.21539370078739,&quot;top&quot;:147.67506166647652,&quot;width&quot;:638.2096062992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2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8202_4*l_h_f*1_4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77.93788847807053,&quot;left&quot;:41.21539370078739,&quot;top&quot;:147.67506166647652,&quot;width&quot;:638.209606299212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UNIT_ID" val="diagram20238202_4*l_h_i*1_4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277.93788847807053,&quot;left&quot;:41.21539370078739,&quot;top&quot;:147.67506166647652,&quot;width&quot;:638.2096062992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4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SLIDE_ID" val="diagram20238351_3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6"/>
  <p:tag name="KSO_WM_SLIDE_INDEX" val="3"/>
  <p:tag name="KSO_WM_SLIDE_SIZE" val="772.823*327.417"/>
  <p:tag name="KSO_WM_SLIDE_POSITION" val="93.5883*134.538"/>
  <p:tag name="KSO_WM_DIAGRAM_GROUP_CODE" val="l1-1"/>
  <p:tag name="KSO_WM_SLIDE_DIAGTYPE" val="l"/>
  <p:tag name="KSO_WM_TAG_VERSION" val="3.0"/>
  <p:tag name="KSO_WM_BEAUTIFY_FLAG" val="#wm#"/>
  <p:tag name="KSO_WM_TEMPLATE_CATEGORY" val="diagram"/>
  <p:tag name="KSO_WM_TEMPLATE_INDEX" val="20238351"/>
  <p:tag name="KSO_WM_SLIDE_LAYOUT" val="a_l"/>
  <p:tag name="KSO_WM_SLIDE_LAYOUT_CNT" val="1_1"/>
  <p:tag name="resource_record_key" val="{&quot;65&quot;:[20238351],&quot;70&quot;:[3315875,3322390]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8351_3*a*1"/>
  <p:tag name="KSO_WM_TEMPLATE_CATEGORY" val="diagram"/>
  <p:tag name="KSO_WM_TEMPLATE_INDEX" val="20238351"/>
  <p:tag name="KSO_WM_UNIT_LAYERLEVEL" val="1"/>
  <p:tag name="KSO_WM_TAG_VERSION" val="3.0"/>
  <p:tag name="KSO_WM_BEAUTIFY_FLAG" val="#wm#"/>
  <p:tag name="KSO_WM_UNIT_PRESET_TEXT" val="Your title here"/>
  <p:tag name="KSO_WM_UNIT_TEXT_FILL_FORE_SCHEMECOLOR_INDEX" val="13"/>
  <p:tag name="KSO_WM_UNIT_TEXT_FILL_TYPE" val="1"/>
  <p:tag name="KSO_WM_UNIT_USESOURCEFORMAT_APPLY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4"/>
  <p:tag name="KSO_WM_DIAGRAM_VIRTUALLY_FRAME" val="{&quot;height&quot;:266.50181102362205,&quot;left&quot;:70.19125984251968,&quot;top&quot;:146.92464566929135,&quot;width&quot;:579.617480314960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3_1"/>
  <p:tag name="KSO_WM_UNIT_ID" val="diagram20238351_3*l_i*3_1"/>
  <p:tag name="KSO_WM_TEMPLATE_CATEGORY" val="diagram"/>
  <p:tag name="KSO_WM_TEMPLATE_INDEX" val="20238351"/>
  <p:tag name="KSO_WM_UNIT_LAYERLEVEL" val="1_1"/>
  <p:tag name="KSO_WM_TAG_VERSION" val="3.0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4"/>
  <p:tag name="KSO_WM_DIAGRAM_VIRTUALLY_FRAME" val="{&quot;height&quot;:266.50181102362205,&quot;left&quot;:70.19125984251968,&quot;top&quot;:146.92464566929135,&quot;width&quot;:579.6174803149605}"/>
  <p:tag name="KSO_WM_DIAGRAM_COLOR_MATCH_VALUE" val="{&quot;shape&quot;:{&quot;fill&quot;:{&quot;solid&quot;:{&quot;brightness&quot;:0.4000000059604645,&quot;colorType&quot;:1,&quot;foreColorIndex&quot;:5,&quot;transparency&quot;:0.7400000095367432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3_1_1"/>
  <p:tag name="KSO_WM_UNIT_ID" val="diagram20238351_3*l_h_i*3_1_1"/>
  <p:tag name="KSO_WM_TEMPLATE_CATEGORY" val="diagram"/>
  <p:tag name="KSO_WM_TEMPLATE_INDEX" val="20238351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.4"/>
  <p:tag name="KSO_WM_DIAGRAM_USE_COLOR_VALUE" val="{&quot;color_scheme&quot;:1,&quot;color_type&quot;:1,&quot;theme_color_indexes&quot;:[5,6,5,6,5,6]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4"/>
  <p:tag name="KSO_WM_DIAGRAM_VIRTUALLY_FRAME" val="{&quot;height&quot;:266.50181102362205,&quot;left&quot;:70.19125984251968,&quot;top&quot;:146.92464566929135,&quot;width&quot;:579.617480314960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3_1_2"/>
  <p:tag name="KSO_WM_UNIT_ID" val="diagram20238351_3*l_h_f*3_1_2"/>
  <p:tag name="KSO_WM_TEMPLATE_CATEGORY" val="diagram"/>
  <p:tag name="KSO_WM_TEMPLATE_INDEX" val="20238351"/>
  <p:tag name="KSO_WM_UNIT_LAYERLEVEL" val="1_1_1"/>
  <p:tag name="KSO_WM_TAG_VERSION" val="3.0"/>
  <p:tag name="KSO_WM_BEAUTIFY_FLAG" val="#wm#"/>
  <p:tag name="KSO_WM_UNIT_PRESET_TEXT" val="Click here to add text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4"/>
  <p:tag name="KSO_WM_DIAGRAM_VIRTUALLY_FRAME" val="{&quot;height&quot;:266.50181102362205,&quot;left&quot;:70.19125984251968,&quot;top&quot;:146.92464566929135,&quot;width&quot;:579.617480314960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3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3_6_1"/>
  <p:tag name="KSO_WM_UNIT_ID" val="diagram20238351_3*l_h_f*3_6_1"/>
  <p:tag name="KSO_WM_TEMPLATE_CATEGORY" val="diagram"/>
  <p:tag name="KSO_WM_TEMPLATE_INDEX" val="20238351"/>
  <p:tag name="KSO_WM_UNIT_LAYERLEVEL" val="1_1_1"/>
  <p:tag name="KSO_WM_TAG_VERSION" val="3.0"/>
  <p:tag name="KSO_WM_BEAUTIFY_FLAG" val="#wm#"/>
  <p:tag name="KSO_WM_UNIT_PRESET_TEXT" val="Click here to add text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4"/>
  <p:tag name="KSO_WM_DIAGRAM_VIRTUALLY_FRAME" val="{&quot;height&quot;:266.50181102362205,&quot;left&quot;:70.19125984251968,&quot;top&quot;:146.92464566929135,&quot;width&quot;:579.617480314960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3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3_5_1"/>
  <p:tag name="KSO_WM_UNIT_ID" val="diagram20238351_3*l_h_f*3_5_1"/>
  <p:tag name="KSO_WM_TEMPLATE_CATEGORY" val="diagram"/>
  <p:tag name="KSO_WM_TEMPLATE_INDEX" val="20238351"/>
  <p:tag name="KSO_WM_UNIT_LAYERLEVEL" val="1_1_1"/>
  <p:tag name="KSO_WM_TAG_VERSION" val="3.0"/>
  <p:tag name="KSO_WM_BEAUTIFY_FLAG" val="#wm#"/>
  <p:tag name="KSO_WM_UNIT_PRESET_TEXT" val="Click here to add text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4"/>
  <p:tag name="KSO_WM_DIAGRAM_VIRTUALLY_FRAME" val="{&quot;height&quot;:266.50181102362205,&quot;left&quot;:70.19125984251968,&quot;top&quot;:146.92464566929135,&quot;width&quot;:579.6174803149605}"/>
  <p:tag name="KSO_WM_DIAGRAM_COLOR_MATCH_VALUE" val="{&quot;shape&quot;:{&quot;fill&quot;:{&quot;solid&quot;:{&quot;brightness&quot;:0.4000000059604645,&quot;colorType&quot;:1,&quot;foreColorIndex&quot;:5,&quot;transparency&quot;:0.680000007152557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3_2_1"/>
  <p:tag name="KSO_WM_UNIT_ID" val="diagram20238351_3*l_h_i*3_2_1"/>
  <p:tag name="KSO_WM_TEMPLATE_CATEGORY" val="diagram"/>
  <p:tag name="KSO_WM_TEMPLATE_INDEX" val="20238351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.4"/>
  <p:tag name="KSO_WM_DIAGRAM_USE_COLOR_VALUE" val="{&quot;color_scheme&quot;:1,&quot;color_type&quot;:1,&quot;theme_color_indexes&quot;:[5,6,5,6,5,6]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4"/>
  <p:tag name="KSO_WM_DIAGRAM_VIRTUALLY_FRAME" val="{&quot;height&quot;:266.50181102362205,&quot;left&quot;:70.19125984251968,&quot;top&quot;:146.92464566929135,&quot;width&quot;:579.617480314960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3_2_2"/>
  <p:tag name="KSO_WM_UNIT_ID" val="diagram20238351_3*l_h_f*3_2_2"/>
  <p:tag name="KSO_WM_TEMPLATE_CATEGORY" val="diagram"/>
  <p:tag name="KSO_WM_TEMPLATE_INDEX" val="20238351"/>
  <p:tag name="KSO_WM_UNIT_LAYERLEVEL" val="1_1_1"/>
  <p:tag name="KSO_WM_TAG_VERSION" val="3.0"/>
  <p:tag name="KSO_WM_BEAUTIFY_FLAG" val="#wm#"/>
  <p:tag name="KSO_WM_UNIT_PRESET_TEXT" val="Click here to add text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4"/>
  <p:tag name="KSO_WM_DIAGRAM_VIRTUALLY_FRAME" val="{&quot;height&quot;:266.50181102362205,&quot;left&quot;:70.19125984251968,&quot;top&quot;:146.92464566929135,&quot;width&quot;:579.617480314960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3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3_3_1"/>
  <p:tag name="KSO_WM_UNIT_ID" val="diagram20238351_3*l_h_f*3_3_1"/>
  <p:tag name="KSO_WM_TEMPLATE_CATEGORY" val="diagram"/>
  <p:tag name="KSO_WM_TEMPLATE_INDEX" val="20238351"/>
  <p:tag name="KSO_WM_UNIT_LAYERLEVEL" val="1_1_1"/>
  <p:tag name="KSO_WM_TAG_VERSION" val="3.0"/>
  <p:tag name="KSO_WM_BEAUTIFY_FLAG" val="#wm#"/>
  <p:tag name="KSO_WM_UNIT_PRESET_TEXT" val="Click here to add text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4"/>
  <p:tag name="KSO_WM_DIAGRAM_VIRTUALLY_FRAME" val="{&quot;height&quot;:266.50181102362205,&quot;left&quot;:70.19125984251968,&quot;top&quot;:146.92464566929135,&quot;width&quot;:579.617480314960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3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3_4_1"/>
  <p:tag name="KSO_WM_UNIT_ID" val="diagram20238351_3*l_h_f*3_4_1"/>
  <p:tag name="KSO_WM_TEMPLATE_CATEGORY" val="diagram"/>
  <p:tag name="KSO_WM_TEMPLATE_INDEX" val="20238351"/>
  <p:tag name="KSO_WM_UNIT_LAYERLEVEL" val="1_1_1"/>
  <p:tag name="KSO_WM_TAG_VERSION" val="3.0"/>
  <p:tag name="KSO_WM_BEAUTIFY_FLAG" val="#wm#"/>
  <p:tag name="KSO_WM_UNIT_PRESET_TEXT" val="Click here to add text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4"/>
  <p:tag name="KSO_WM_DIAGRAM_VIRTUALLY_FRAME" val="{&quot;height&quot;:266.50181102362205,&quot;left&quot;:70.19125984251968,&quot;top&quot;:146.92464566929135,&quot;width&quot;:579.617480314960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VALUE" val="180*18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x"/>
  <p:tag name="KSO_WM_UNIT_INDEX" val="3_1"/>
  <p:tag name="KSO_WM_UNIT_ID" val="diagram20238351_3*l_x*3_1"/>
  <p:tag name="KSO_WM_TEMPLATE_CATEGORY" val="diagram"/>
  <p:tag name="KSO_WM_TEMPLATE_INDEX" val="20238351"/>
  <p:tag name="KSO_WM_UNIT_LAYERLEVEL" val="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MASTER_TYPE" val="0"/>
  <p:tag name="KSO_WM_TEMPLATE_COLOR_TYPE" val="0"/>
  <p:tag name="KSO_WM_DIAGRAM_GROUP_CODE" val="l1-1"/>
  <p:tag name="KSO_WM_SLIDE_DIAGTYPE" val="l"/>
  <p:tag name="KSO_WM_SLIDE_LAYOUT" val="a_d_l"/>
  <p:tag name="KSO_WM_SLIDE_LAYOUT_CNT" val="1_1_1"/>
  <p:tag name="KSO_WM_SLIDE_TYPE" val="text"/>
  <p:tag name="KSO_WM_SLIDE_SUBTYPE" val="picTxt"/>
  <p:tag name="KSO_WM_SLIDE_SIZE" val="391.665*368.877"/>
  <p:tag name="KSO_WM_SLIDE_POSITION" val="500.791*133.905"/>
  <p:tag name="KSO_WM_TEMPLATE_INDEX" val="20238353"/>
  <p:tag name="KSO_WM_TEMPLATE_SUBCATEGORY" val="0"/>
  <p:tag name="KSO_WM_SLIDE_INDEX" val="1"/>
  <p:tag name="KSO_WM_TAG_VERSION" val="3.0"/>
  <p:tag name="KSO_WM_SLIDE_ID" val="custom20238353_1"/>
  <p:tag name="KSO_WM_SLIDE_ITEM_CNT" val="4"/>
  <p:tag name="KSO_WM_SPECIAL_SOURCE" val="bdnull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TEMPLATE_CATEGORY" val="custom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30"/>
  <p:tag name="KSO_WM_UNIT_TYPE" val="a"/>
  <p:tag name="KSO_WM_UNIT_INDEX" val="1"/>
  <p:tag name="KSO_WM_TEMPLATE_INDEX" val="20238353"/>
  <p:tag name="KSO_WM_UNIT_ID" val="custom20238353_1*a*1"/>
  <p:tag name="KSO_WM_UNIT_PRESET_TEXT" val="The title goes here"/>
  <p:tag name="KSO_WM_UNIT_TEXT_FILL_FORE_SCHEMECOLOR_INDEX" val="13"/>
  <p:tag name="KSO_WM_UNIT_TEXT_FILL_TYPE" val="1"/>
  <p:tag name="KSO_WM_UNIT_USESOURCEFORMAT_APPLY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38353_1*i*4"/>
  <p:tag name="KSO_WM_TEMPLATE_CATEGORY" val="custom"/>
  <p:tag name="KSO_WM_TEMPLATE_INDEX" val="20238353"/>
  <p:tag name="KSO_WM_UNIT_LAYERLEVEL" val="1"/>
  <p:tag name="KSO_WM_TAG_VERSION" val="3.0"/>
  <p:tag name="KSO_WM_BEAUTIFY_FLAG" val="#wm#"/>
  <p:tag name="KSO_WM_UNIT_TYPE" val="i"/>
  <p:tag name="KSO_WM_UNIT_INDEX" val="4"/>
  <p:tag name="KSO_WM_UNIT_TEXT_FILL_FORE_SCHEMECOLOR_INDEX" val="13"/>
  <p:tag name="KSO_WM_UNIT_TEXT_FILL_TYPE" val="1"/>
  <p:tag name="KSO_WM_UNIT_USESOURCEFORMAT_APPLY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38205"/>
  <p:tag name="KSO_WM_SLIDE_ID" val="diagram20238205_5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6"/>
  <p:tag name="KSO_WM_SLIDE_INDEX" val="5"/>
  <p:tag name="KSO_WM_SLIDE_SIZE" val="849.9*388.6"/>
  <p:tag name="KSO_WM_SLIDE_POSITION" val="54.8*110.1"/>
  <p:tag name="KSO_WM_DIAGRAM_GROUP_CODE" val="l1-1"/>
  <p:tag name="KSO_WM_SLIDE_DIAGTYPE" val="l"/>
  <p:tag name="KSO_WM_TAG_VERSION" val="3.0"/>
  <p:tag name="KSO_WM_SLIDE_LAYOUT" val="a_l"/>
  <p:tag name="KSO_WM_SLIDE_LAYOUT_CNT" val="1_1"/>
  <p:tag name="KSO_WM_SPECIAL_SOURCE" val="bdnull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8205_5*a*1"/>
  <p:tag name="KSO_WM_TEMPLATE_CATEGORY" val="diagram"/>
  <p:tag name="KSO_WM_TEMPLATE_INDEX" val="20238205"/>
  <p:tag name="KSO_WM_UNIT_LAYERLEVEL" val="1"/>
  <p:tag name="KSO_WM_TAG_VERSION" val="3.0"/>
  <p:tag name="KSO_WM_BEAUTIFY_FLAG" val="#wm#"/>
  <p:tag name="KSO_WM_UNIT_PRESET_TEXT" val="Your title here"/>
  <p:tag name="KSO_WM_UNIT_TEXT_FILL_FORE_SCHEMECOLOR_INDEX" val="13"/>
  <p:tag name="KSO_WM_UNIT_TEXT_FILL_TYPE" val="1"/>
  <p:tag name="KSO_WM_UNIT_USESOURCEFORMAT_APPLY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DIAGRAM_ISNUMVISUAL" val="0"/>
  <p:tag name="KSO_WM_DIAGRAM_GROUP_CODE" val="l1-1"/>
  <p:tag name="KSO_WM_TEMPLATE_CATEGORY" val="diagram"/>
  <p:tag name="KSO_WM_UNIT_LAYERLEVEL" val="1_1_1"/>
  <p:tag name="KSO_WM_DIAGRAM_MAX_ITEMCNT" val="6"/>
  <p:tag name="KSO_WM_DIAGRAM_VIRTUALLY_FRAME" val="{&quot;height&quot;:291.278635676433,&quot;left&quot;:41.10000000000002,&quot;top&quot;:150.16068216178346,&quot;width&quot;:637.425}"/>
  <p:tag name="KSO_WM_DIAGRAM_VERSION" val="3"/>
  <p:tag name="KSO_WM_DIAGRAM_COLOR_TEXT_CAN_REMOVE" val="n"/>
  <p:tag name="KSO_WM_BEAUTIFY_FLAG" val="#wm#"/>
  <p:tag name="KSO_WM_UNIT_SUBTYPE" val="a"/>
  <p:tag name="KSO_WM_UNIT_NOCLEAR" val="0"/>
  <p:tag name="KSO_WM_UNIT_COMPATIBLE" val="0"/>
  <p:tag name="KSO_WM_UNIT_DIAGRAM_ISREFERUNIT" val="0"/>
  <p:tag name="KSO_WM_UNIT_TYPE" val="l_h_f"/>
  <p:tag name="KSO_WM_UNIT_INDEX" val="1_1_1"/>
  <p:tag name="KSO_WM_UNIT_ID" val="diagram20238205_4*l_h_f*1_1_1"/>
  <p:tag name="KSO_WM_TEMPLATE_INDEX" val="20238205"/>
  <p:tag name="KSO_WM_TAG_VERSION" val="3.0"/>
  <p:tag name="KSO_WM_DIAGRAM_MIN_ITEMCNT" val="2"/>
  <p:tag name="KSO_WM_UNIT_VALUE" val="42"/>
  <p:tag name="KSO_WM_DIAGRAM_COLOR_TRICK" val="1"/>
  <p:tag name="KSO_WM_DIAGRAM_COLOR_MATCH_VALUE" val="{&quot;shape&quot;:{&quot;fill&quot;:{&quot;solid&quot;:{&quot;brightness&quot;:0,&quot;colorType&quot;:2,&quot;rgb&quot;:&quot;#ffffff&quot;,&quot;transparency&quot;:0.8500000238418579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, lectures, speeches, reports, and more."/>
  <p:tag name="KSO_WM_UNIT_LINE_FORE_SCHEMECOLOR_INDEX" val="5"/>
  <p:tag name="KSO_WM_UNIT_TEXT_FILL_FORE_SCHEMECOLOR_INDEX" val="1"/>
  <p:tag name="KSO_WM_UNIT_TEXT_FILL_TYPE" val="1"/>
  <p:tag name="KSO_WM_UNIT_USESOURCEFORMAT_APPLY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8205_4*l_h_i*1_1_2"/>
  <p:tag name="KSO_WM_TEMPLATE_CATEGORY" val="diagram"/>
  <p:tag name="KSO_WM_TEMPLATE_INDEX" val="20238205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291.278635676433,&quot;left&quot;:41.10000000000002,&quot;top&quot;:150.16068216178346,&quot;width&quot;:637.4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2,&quot;pos&quot;:0.05000000074505806,&quot;rgb&quot;:&quot;#bc1e1e&quot;,&quot;transparency&quot;:0},{&quot;brightness&quot;:0,&quot;colorType&quot;:2,&quot;pos&quot;:1,&quot;rgb&quot;:&quot;#771313&quot;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UNIT_SHADOW_SCHEMECOLOR_INDEX" val="5"/>
  <p:tag name="KSO_WM_UNIT_USESOURCEFORMAT_APPLY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8205_4*l_h_i*1_1_1"/>
  <p:tag name="KSO_WM_TEMPLATE_CATEGORY" val="diagram"/>
  <p:tag name="KSO_WM_TEMPLATE_INDEX" val="20238205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291.278635676433,&quot;left&quot;:41.10000000000002,&quot;top&quot;:150.16068216178346,&quot;width&quot;:637.4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01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SHADOW_SCHEMECOLOR_INDEX" val="5"/>
  <p:tag name="KSO_WM_UNIT_USESOURCEFORMAT_APPLY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DIAGRAM_ISNUMVISUAL" val="0"/>
  <p:tag name="KSO_WM_DIAGRAM_GROUP_CODE" val="l1-1"/>
  <p:tag name="KSO_WM_TEMPLATE_CATEGORY" val="diagram"/>
  <p:tag name="KSO_WM_UNIT_LAYERLEVEL" val="1_1_1"/>
  <p:tag name="KSO_WM_DIAGRAM_MAX_ITEMCNT" val="6"/>
  <p:tag name="KSO_WM_DIAGRAM_VIRTUALLY_FRAME" val="{&quot;height&quot;:291.278635676433,&quot;left&quot;:41.10000000000002,&quot;top&quot;:150.16068216178346,&quot;width&quot;:637.425}"/>
  <p:tag name="KSO_WM_DIAGRAM_VERSION" val="3"/>
  <p:tag name="KSO_WM_DIAGRAM_COLOR_TEXT_CAN_REMOVE" val="n"/>
  <p:tag name="KSO_WM_BEAUTIFY_FLAG" val="#wm#"/>
  <p:tag name="KSO_WM_UNIT_SUBTYPE" val="a"/>
  <p:tag name="KSO_WM_UNIT_NOCLEAR" val="0"/>
  <p:tag name="KSO_WM_UNIT_COMPATIBLE" val="0"/>
  <p:tag name="KSO_WM_UNIT_DIAGRAM_ISREFERUNIT" val="0"/>
  <p:tag name="KSO_WM_UNIT_TYPE" val="l_h_f"/>
  <p:tag name="KSO_WM_UNIT_INDEX" val="1_2_1"/>
  <p:tag name="KSO_WM_UNIT_ID" val="diagram20238205_4*l_h_f*1_2_1"/>
  <p:tag name="KSO_WM_TEMPLATE_INDEX" val="20238205"/>
  <p:tag name="KSO_WM_TAG_VERSION" val="3.0"/>
  <p:tag name="KSO_WM_DIAGRAM_MIN_ITEMCNT" val="2"/>
  <p:tag name="KSO_WM_UNIT_VALUE" val="42"/>
  <p:tag name="KSO_WM_DIAGRAM_COLOR_TRICK" val="1"/>
  <p:tag name="KSO_WM_DIAGRAM_COLOR_MATCH_VALUE" val="{&quot;shape&quot;:{&quot;fill&quot;:{&quot;solid&quot;:{&quot;brightness&quot;:0,&quot;colorType&quot;:2,&quot;rgb&quot;:&quot;#ffffff&quot;,&quot;transparency&quot;:0.8500000238418579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, lectures, speeches, reports, and more."/>
  <p:tag name="KSO_WM_UNIT_LINE_FORE_SCHEMECOLOR_INDEX" val="5"/>
  <p:tag name="KSO_WM_UNIT_TEXT_FILL_FORE_SCHEMECOLOR_INDEX" val="1"/>
  <p:tag name="KSO_WM_UNIT_TEXT_FILL_TYPE" val="1"/>
  <p:tag name="KSO_WM_UNIT_USESOURCEFORMAT_APPLY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8205_4*l_h_i*1_2_2"/>
  <p:tag name="KSO_WM_TEMPLATE_CATEGORY" val="diagram"/>
  <p:tag name="KSO_WM_TEMPLATE_INDEX" val="20238205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291.278635676433,&quot;left&quot;:41.10000000000002,&quot;top&quot;:150.16068216178346,&quot;width&quot;:637.4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2,&quot;pos&quot;:0.05000000074505806,&quot;rgb&quot;:&quot;#bc1e1e&quot;,&quot;transparency&quot;:0},{&quot;brightness&quot;:0,&quot;colorType&quot;:2,&quot;pos&quot;:1,&quot;rgb&quot;:&quot;#771313&quot;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UNIT_SHADOW_SCHEMECOLOR_INDEX" val="6"/>
  <p:tag name="KSO_WM_UNIT_USESOURCEFORMAT_APPLY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8205_4*l_h_i*1_2_1"/>
  <p:tag name="KSO_WM_TEMPLATE_CATEGORY" val="diagram"/>
  <p:tag name="KSO_WM_TEMPLATE_INDEX" val="20238205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291.278635676433,&quot;left&quot;:41.10000000000002,&quot;top&quot;:150.16068216178346,&quot;width&quot;:637.4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02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SHADOW_SCHEMECOLOR_INDEX" val="6"/>
  <p:tag name="KSO_WM_UNIT_USESOURCEFORMAT_APPLY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DIAGRAM_ISNUMVISUAL" val="0"/>
  <p:tag name="KSO_WM_DIAGRAM_GROUP_CODE" val="l1-1"/>
  <p:tag name="KSO_WM_TEMPLATE_CATEGORY" val="diagram"/>
  <p:tag name="KSO_WM_UNIT_LAYERLEVEL" val="1_1_1"/>
  <p:tag name="KSO_WM_DIAGRAM_MAX_ITEMCNT" val="6"/>
  <p:tag name="KSO_WM_DIAGRAM_VIRTUALLY_FRAME" val="{&quot;height&quot;:291.278635676433,&quot;left&quot;:41.10000000000002,&quot;top&quot;:150.16068216178346,&quot;width&quot;:637.425}"/>
  <p:tag name="KSO_WM_DIAGRAM_VERSION" val="3"/>
  <p:tag name="KSO_WM_DIAGRAM_COLOR_TEXT_CAN_REMOVE" val="n"/>
  <p:tag name="KSO_WM_BEAUTIFY_FLAG" val="#wm#"/>
  <p:tag name="KSO_WM_UNIT_SUBTYPE" val="a"/>
  <p:tag name="KSO_WM_UNIT_NOCLEAR" val="0"/>
  <p:tag name="KSO_WM_UNIT_COMPATIBLE" val="0"/>
  <p:tag name="KSO_WM_UNIT_DIAGRAM_ISREFERUNIT" val="0"/>
  <p:tag name="KSO_WM_UNIT_TYPE" val="l_h_f"/>
  <p:tag name="KSO_WM_UNIT_INDEX" val="1_3_1"/>
  <p:tag name="KSO_WM_UNIT_ID" val="diagram20238205_4*l_h_f*1_3_1"/>
  <p:tag name="KSO_WM_TEMPLATE_INDEX" val="20238205"/>
  <p:tag name="KSO_WM_TAG_VERSION" val="3.0"/>
  <p:tag name="KSO_WM_DIAGRAM_MIN_ITEMCNT" val="2"/>
  <p:tag name="KSO_WM_UNIT_VALUE" val="42"/>
  <p:tag name="KSO_WM_DIAGRAM_COLOR_TRICK" val="1"/>
  <p:tag name="KSO_WM_DIAGRAM_COLOR_MATCH_VALUE" val="{&quot;shape&quot;:{&quot;fill&quot;:{&quot;solid&quot;:{&quot;brightness&quot;:0,&quot;colorType&quot;:2,&quot;rgb&quot;:&quot;#ffffff&quot;,&quot;transparency&quot;:0.8500000238418579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, lectures, speeches, reports, and more."/>
  <p:tag name="KSO_WM_UNIT_LINE_FORE_SCHEMECOLOR_INDEX" val="5"/>
  <p:tag name="KSO_WM_UNIT_TEXT_FILL_FORE_SCHEMECOLOR_INDEX" val="1"/>
  <p:tag name="KSO_WM_UNIT_TEXT_FILL_TYPE" val="1"/>
  <p:tag name="KSO_WM_UNIT_USESOURCEFORMAT_APPLY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8205_4*l_h_i*1_3_2"/>
  <p:tag name="KSO_WM_TEMPLATE_CATEGORY" val="diagram"/>
  <p:tag name="KSO_WM_TEMPLATE_INDEX" val="20238205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291.278635676433,&quot;left&quot;:41.10000000000002,&quot;top&quot;:150.16068216178346,&quot;width&quot;:637.4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2,&quot;pos&quot;:0.05000000074505806,&quot;rgb&quot;:&quot;#bc1e1e&quot;,&quot;transparency&quot;:0},{&quot;brightness&quot;:0,&quot;colorType&quot;:2,&quot;pos&quot;:1,&quot;rgb&quot;:&quot;#771313&quot;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UNIT_SHADOW_SCHEMECOLOR_INDEX" val="7"/>
  <p:tag name="KSO_WM_UNIT_USESOURCEFORMAT_APPLY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8205_4*l_h_i*1_3_1"/>
  <p:tag name="KSO_WM_TEMPLATE_CATEGORY" val="diagram"/>
  <p:tag name="KSO_WM_TEMPLATE_INDEX" val="20238205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291.278635676433,&quot;left&quot;:41.10000000000002,&quot;top&quot;:150.16068216178346,&quot;width&quot;:637.4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03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SHADOW_SCHEMECOLOR_INDEX" val="7"/>
  <p:tag name="KSO_WM_UNIT_USESOURCEFORMAT_APPLY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DIAGRAM_ISNUMVISUAL" val="0"/>
  <p:tag name="KSO_WM_DIAGRAM_GROUP_CODE" val="l1-1"/>
  <p:tag name="KSO_WM_TEMPLATE_CATEGORY" val="diagram"/>
  <p:tag name="KSO_WM_UNIT_LAYERLEVEL" val="1_1_1"/>
  <p:tag name="KSO_WM_DIAGRAM_MAX_ITEMCNT" val="6"/>
  <p:tag name="KSO_WM_DIAGRAM_VIRTUALLY_FRAME" val="{&quot;height&quot;:291.278635676433,&quot;left&quot;:41.10000000000002,&quot;top&quot;:150.16068216178346,&quot;width&quot;:637.425}"/>
  <p:tag name="KSO_WM_DIAGRAM_VERSION" val="3"/>
  <p:tag name="KSO_WM_DIAGRAM_COLOR_TEXT_CAN_REMOVE" val="n"/>
  <p:tag name="KSO_WM_BEAUTIFY_FLAG" val="#wm#"/>
  <p:tag name="KSO_WM_UNIT_SUBTYPE" val="a"/>
  <p:tag name="KSO_WM_UNIT_NOCLEAR" val="0"/>
  <p:tag name="KSO_WM_UNIT_COMPATIBLE" val="0"/>
  <p:tag name="KSO_WM_UNIT_DIAGRAM_ISREFERUNIT" val="0"/>
  <p:tag name="KSO_WM_UNIT_TYPE" val="l_h_f"/>
  <p:tag name="KSO_WM_UNIT_INDEX" val="1_4_1"/>
  <p:tag name="KSO_WM_UNIT_ID" val="diagram20238205_4*l_h_f*1_4_1"/>
  <p:tag name="KSO_WM_TEMPLATE_INDEX" val="20238205"/>
  <p:tag name="KSO_WM_TAG_VERSION" val="3.0"/>
  <p:tag name="KSO_WM_DIAGRAM_MIN_ITEMCNT" val="2"/>
  <p:tag name="KSO_WM_UNIT_VALUE" val="42"/>
  <p:tag name="KSO_WM_DIAGRAM_COLOR_TRICK" val="1"/>
  <p:tag name="KSO_WM_DIAGRAM_COLOR_MATCH_VALUE" val="{&quot;shape&quot;:{&quot;fill&quot;:{&quot;solid&quot;:{&quot;brightness&quot;:0,&quot;colorType&quot;:2,&quot;rgb&quot;:&quot;#ffffff&quot;,&quot;transparency&quot;:0.8500000238418579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, lectures, speeches, reports, and more."/>
  <p:tag name="KSO_WM_UNIT_LINE_FORE_SCHEMECOLOR_INDEX" val="5"/>
  <p:tag name="KSO_WM_UNIT_TEXT_FILL_FORE_SCHEMECOLOR_INDEX" val="1"/>
  <p:tag name="KSO_WM_UNIT_TEXT_FILL_TYPE" val="1"/>
  <p:tag name="KSO_WM_UNIT_USESOURCEFORMAT_APPLY" val="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238205_4*l_h_i*1_4_2"/>
  <p:tag name="KSO_WM_TEMPLATE_CATEGORY" val="diagram"/>
  <p:tag name="KSO_WM_TEMPLATE_INDEX" val="20238205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291.278635676433,&quot;left&quot;:41.10000000000002,&quot;top&quot;:150.16068216178346,&quot;width&quot;:637.4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2,&quot;pos&quot;:0.05000000074505806,&quot;rgb&quot;:&quot;#bc1e1e&quot;,&quot;transparency&quot;:0},{&quot;brightness&quot;:0,&quot;colorType&quot;:2,&quot;pos&quot;:1,&quot;rgb&quot;:&quot;#771313&quot;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UNIT_SHADOW_SCHEMECOLOR_INDEX" val="8"/>
  <p:tag name="KSO_WM_UNIT_USESOURCEFORMAT_APPLY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UNIT_ID" val="diagram20238205_4*l_h_i*1_4_1"/>
  <p:tag name="KSO_WM_TEMPLATE_CATEGORY" val="diagram"/>
  <p:tag name="KSO_WM_TEMPLATE_INDEX" val="20238205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291.278635676433,&quot;left&quot;:41.10000000000002,&quot;top&quot;:150.16068216178346,&quot;width&quot;:637.4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04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SHADOW_SCHEMECOLOR_INDEX" val="8"/>
  <p:tag name="KSO_WM_UNIT_USESOURCEFORMAT_APPLY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DIAGRAM_ISNUMVISUAL" val="0"/>
  <p:tag name="KSO_WM_DIAGRAM_GROUP_CODE" val="l1-1"/>
  <p:tag name="KSO_WM_TEMPLATE_CATEGORY" val="diagram"/>
  <p:tag name="KSO_WM_UNIT_LAYERLEVEL" val="1_1_1"/>
  <p:tag name="KSO_WM_DIAGRAM_MAX_ITEMCNT" val="6"/>
  <p:tag name="KSO_WM_DIAGRAM_VIRTUALLY_FRAME" val="{&quot;height&quot;:291.278635676433,&quot;left&quot;:41.10000000000002,&quot;top&quot;:150.16068216178346,&quot;width&quot;:637.425}"/>
  <p:tag name="KSO_WM_DIAGRAM_VERSION" val="3"/>
  <p:tag name="KSO_WM_DIAGRAM_COLOR_TEXT_CAN_REMOVE" val="n"/>
  <p:tag name="KSO_WM_BEAUTIFY_FLAG" val="#wm#"/>
  <p:tag name="KSO_WM_UNIT_SUBTYPE" val="a"/>
  <p:tag name="KSO_WM_UNIT_NOCLEAR" val="0"/>
  <p:tag name="KSO_WM_UNIT_COMPATIBLE" val="0"/>
  <p:tag name="KSO_WM_UNIT_DIAGRAM_ISREFERUNIT" val="0"/>
  <p:tag name="KSO_WM_UNIT_TYPE" val="l_h_f"/>
  <p:tag name="KSO_WM_UNIT_INDEX" val="1_5_1"/>
  <p:tag name="KSO_WM_UNIT_ID" val="diagram20238205_4*l_h_f*1_5_1"/>
  <p:tag name="KSO_WM_TEMPLATE_INDEX" val="20238205"/>
  <p:tag name="KSO_WM_TAG_VERSION" val="3.0"/>
  <p:tag name="KSO_WM_DIAGRAM_MIN_ITEMCNT" val="2"/>
  <p:tag name="KSO_WM_UNIT_VALUE" val="42"/>
  <p:tag name="KSO_WM_DIAGRAM_COLOR_TRICK" val="1"/>
  <p:tag name="KSO_WM_DIAGRAM_COLOR_MATCH_VALUE" val="{&quot;shape&quot;:{&quot;fill&quot;:{&quot;solid&quot;:{&quot;brightness&quot;:0,&quot;colorType&quot;:2,&quot;rgb&quot;:&quot;#ffffff&quot;,&quot;transparency&quot;:0.8500000238418579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, lectures, speeches, reports, and more."/>
  <p:tag name="KSO_WM_UNIT_LINE_FORE_SCHEMECOLOR_INDEX" val="5"/>
  <p:tag name="KSO_WM_UNIT_TEXT_FILL_FORE_SCHEMECOLOR_INDEX" val="1"/>
  <p:tag name="KSO_WM_UNIT_TEXT_FILL_TYPE" val="1"/>
  <p:tag name="KSO_WM_UNIT_USESOURCEFORMAT_APPLY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2"/>
  <p:tag name="KSO_WM_UNIT_ID" val="diagram20238205_4*l_h_i*1_5_2"/>
  <p:tag name="KSO_WM_TEMPLATE_CATEGORY" val="diagram"/>
  <p:tag name="KSO_WM_TEMPLATE_INDEX" val="20238205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291.278635676433,&quot;left&quot;:41.10000000000002,&quot;top&quot;:150.16068216178346,&quot;width&quot;:637.4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2,&quot;pos&quot;:0.05000000074505806,&quot;rgb&quot;:&quot;#bc1e1e&quot;,&quot;transparency&quot;:0},{&quot;brightness&quot;:0,&quot;colorType&quot;:2,&quot;pos&quot;:1,&quot;rgb&quot;:&quot;#771313&quot;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UNIT_SHADOW_SCHEMECOLOR_INDEX" val="9"/>
  <p:tag name="KSO_WM_UNIT_USESOURCEFORMAT_APPLY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5_1"/>
  <p:tag name="KSO_WM_UNIT_ID" val="diagram20238205_4*l_h_i*1_5_1"/>
  <p:tag name="KSO_WM_TEMPLATE_CATEGORY" val="diagram"/>
  <p:tag name="KSO_WM_TEMPLATE_INDEX" val="20238205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291.278635676433,&quot;left&quot;:41.10000000000002,&quot;top&quot;:150.16068216178346,&quot;width&quot;:637.4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05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SHADOW_SCHEMECOLOR_INDEX" val="9"/>
  <p:tag name="KSO_WM_UNIT_USESOURCEFORMAT_APPLY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38205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38205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38205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38205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8365_1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6"/>
  <p:tag name="KSO_WM_SLIDE_INDEX" val="1"/>
  <p:tag name="KSO_WM_SLIDE_SIZE" val="850.45*382.409"/>
  <p:tag name="KSO_WM_SLIDE_POSITION" val="54.75*116.225"/>
  <p:tag name="KSO_WM_DIAGRAM_GROUP_CODE" val="l1-1"/>
  <p:tag name="KSO_WM_SLIDE_DIAGTYPE" val="l"/>
  <p:tag name="KSO_WM_TAG_VERSION" val="3.0"/>
  <p:tag name="KSO_WM_BEAUTIFY_FLAG" val="#wm#"/>
  <p:tag name="KSO_WM_TEMPLATE_CATEGORY" val="diagram"/>
  <p:tag name="KSO_WM_TEMPLATE_INDEX" val="20238365"/>
  <p:tag name="KSO_WM_SLIDE_LAYOUT" val="a_l"/>
  <p:tag name="KSO_WM_SLIDE_LAYOUT_CNT" val="1_1"/>
  <p:tag name="KSO_WM_SPECIAL_SOURCE" val="bdnull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8365_1*a*1"/>
  <p:tag name="KSO_WM_TEMPLATE_CATEGORY" val="diagram"/>
  <p:tag name="KSO_WM_TEMPLATE_INDEX" val="20238365"/>
  <p:tag name="KSO_WM_UNIT_LAYERLEVEL" val="1"/>
  <p:tag name="KSO_WM_TAG_VERSION" val="3.0"/>
  <p:tag name="KSO_WM_BEAUTIFY_FLAG" val="#wm#"/>
  <p:tag name="KSO_WM_UNIT_VALUE" val="29"/>
  <p:tag name="KSO_WM_UNIT_PRESET_TEXT" val="Your title here"/>
  <p:tag name="KSO_WM_UNIT_TEXT_FILL_FORE_SCHEMECOLOR_INDEX" val="13"/>
  <p:tag name="KSO_WM_UNIT_TEXT_FILL_TYPE" val="1"/>
  <p:tag name="KSO_WM_UNIT_USESOURCEFORMAT_APPLY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8365_1*l_h_i*1_1_1"/>
  <p:tag name="KSO_WM_TEMPLATE_CATEGORY" val="diagram"/>
  <p:tag name="KSO_WM_TEMPLATE_INDEX" val="20238365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286.8067204316268,&quot;left&quot;:41.0625,&quot;top&quot;:154.66908072906853,&quot;width&quot;:637.83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UNIT_PRESET_TEXT" val="01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COLOR_TRICK" val="1"/>
  <p:tag name="KSO_WM_UNIT_HIGHLIGHT" val="0"/>
  <p:tag name="KSO_WM_UNIT_DIAGRAM_ISNUMVISUAL" val="0"/>
  <p:tag name="KSO_WM_DIAGRAM_GROUP_CODE" val="l1-1"/>
  <p:tag name="KSO_WM_TEMPLATE_CATEGORY" val="diagram"/>
  <p:tag name="KSO_WM_UNIT_LAYERLEVEL" val="1_1_1"/>
  <p:tag name="KSO_WM_BEAUTIFY_FLAG" val="#wm#"/>
  <p:tag name="KSO_WM_DIAGRAM_MAX_ITEMCNT" val="6"/>
  <p:tag name="KSO_WM_DIAGRAM_VIRTUALLY_FRAME" val="{&quot;height&quot;:286.8067204316268,&quot;left&quot;:41.0625,&quot;top&quot;:154.66908072906853,&quot;width&quot;:637.8375}"/>
  <p:tag name="KSO_WM_UNIT_SUBTYPE" val="a"/>
  <p:tag name="KSO_WM_UNIT_NOCLEAR" val="0"/>
  <p:tag name="KSO_WM_UNIT_VALUE" val="60"/>
  <p:tag name="KSO_WM_UNIT_COMPATIBLE" val="0"/>
  <p:tag name="KSO_WM_UNIT_DIAGRAM_ISREFERUNIT" val="0"/>
  <p:tag name="KSO_WM_UNIT_TYPE" val="l_h_f"/>
  <p:tag name="KSO_WM_UNIT_INDEX" val="1_1_1"/>
  <p:tag name="KSO_WM_UNIT_ID" val="diagram20238365_1*l_h_f*1_1_1"/>
  <p:tag name="KSO_WM_TEMPLATE_INDEX" val="20238365"/>
  <p:tag name="KSO_WM_TAG_VERSION" val="3.0"/>
  <p:tag name="KSO_WM_DIAGRAM_VERSION" val="3"/>
  <p:tag name="KSO_WM_DIAGRAM_COLOR_TEXT_CAN_REMOVE" val="n"/>
  <p:tag name="KSO_WM_DIAGRAM_MIN_ITEMCNT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8365_1*l_h_i*1_3_1"/>
  <p:tag name="KSO_WM_TEMPLATE_CATEGORY" val="diagram"/>
  <p:tag name="KSO_WM_TEMPLATE_INDEX" val="20238365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286.8067204316268,&quot;left&quot;:41.0625,&quot;top&quot;:154.66908072906853,&quot;width&quot;:637.83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UNIT_PRESET_TEXT" val="03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COLOR_TRICK" val="1"/>
  <p:tag name="KSO_WM_UNIT_HIGHLIGHT" val="0"/>
  <p:tag name="KSO_WM_UNIT_DIAGRAM_ISNUMVISUAL" val="0"/>
  <p:tag name="KSO_WM_DIAGRAM_GROUP_CODE" val="l1-1"/>
  <p:tag name="KSO_WM_TEMPLATE_CATEGORY" val="diagram"/>
  <p:tag name="KSO_WM_UNIT_LAYERLEVEL" val="1_1_1"/>
  <p:tag name="KSO_WM_BEAUTIFY_FLAG" val="#wm#"/>
  <p:tag name="KSO_WM_DIAGRAM_MAX_ITEMCNT" val="6"/>
  <p:tag name="KSO_WM_DIAGRAM_VIRTUALLY_FRAME" val="{&quot;height&quot;:286.8067204316268,&quot;left&quot;:41.0625,&quot;top&quot;:154.66908072906853,&quot;width&quot;:637.8375}"/>
  <p:tag name="KSO_WM_UNIT_SUBTYPE" val="a"/>
  <p:tag name="KSO_WM_UNIT_NOCLEAR" val="0"/>
  <p:tag name="KSO_WM_UNIT_VALUE" val="60"/>
  <p:tag name="KSO_WM_UNIT_COMPATIBLE" val="0"/>
  <p:tag name="KSO_WM_UNIT_DIAGRAM_ISREFERUNIT" val="0"/>
  <p:tag name="KSO_WM_UNIT_TYPE" val="l_h_f"/>
  <p:tag name="KSO_WM_UNIT_INDEX" val="1_3_1"/>
  <p:tag name="KSO_WM_UNIT_ID" val="diagram20238365_1*l_h_f*1_3_1"/>
  <p:tag name="KSO_WM_TEMPLATE_INDEX" val="20238365"/>
  <p:tag name="KSO_WM_TAG_VERSION" val="3.0"/>
  <p:tag name="KSO_WM_DIAGRAM_VERSION" val="3"/>
  <p:tag name="KSO_WM_DIAGRAM_COLOR_TEXT_CAN_REMOVE" val="n"/>
  <p:tag name="KSO_WM_DIAGRAM_MIN_ITEMCNT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1"/>
  <p:tag name="KSO_WM_UNIT_ID" val="diagram20238365_1*l_h_i*1_5_1"/>
  <p:tag name="KSO_WM_TEMPLATE_CATEGORY" val="diagram"/>
  <p:tag name="KSO_WM_TEMPLATE_INDEX" val="20238365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286.8067204316268,&quot;left&quot;:41.0625,&quot;top&quot;:154.66908072906853,&quot;width&quot;:637.83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UNIT_PRESET_TEXT" val="05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COLOR_TRICK" val="1"/>
  <p:tag name="KSO_WM_UNIT_HIGHLIGHT" val="0"/>
  <p:tag name="KSO_WM_UNIT_DIAGRAM_ISNUMVISUAL" val="0"/>
  <p:tag name="KSO_WM_DIAGRAM_GROUP_CODE" val="l1-1"/>
  <p:tag name="KSO_WM_TEMPLATE_CATEGORY" val="diagram"/>
  <p:tag name="KSO_WM_UNIT_LAYERLEVEL" val="1_1_1"/>
  <p:tag name="KSO_WM_BEAUTIFY_FLAG" val="#wm#"/>
  <p:tag name="KSO_WM_DIAGRAM_MAX_ITEMCNT" val="6"/>
  <p:tag name="KSO_WM_DIAGRAM_VIRTUALLY_FRAME" val="{&quot;height&quot;:286.8067204316268,&quot;left&quot;:41.0625,&quot;top&quot;:154.66908072906853,&quot;width&quot;:637.8375}"/>
  <p:tag name="KSO_WM_UNIT_SUBTYPE" val="a"/>
  <p:tag name="KSO_WM_UNIT_NOCLEAR" val="0"/>
  <p:tag name="KSO_WM_UNIT_VALUE" val="60"/>
  <p:tag name="KSO_WM_UNIT_COMPATIBLE" val="0"/>
  <p:tag name="KSO_WM_UNIT_DIAGRAM_ISREFERUNIT" val="0"/>
  <p:tag name="KSO_WM_UNIT_TYPE" val="l_h_f"/>
  <p:tag name="KSO_WM_UNIT_INDEX" val="1_5_1"/>
  <p:tag name="KSO_WM_UNIT_ID" val="diagram20238365_1*l_h_f*1_5_1"/>
  <p:tag name="KSO_WM_TEMPLATE_INDEX" val="20238365"/>
  <p:tag name="KSO_WM_TAG_VERSION" val="3.0"/>
  <p:tag name="KSO_WM_DIAGRAM_VERSION" val="3"/>
  <p:tag name="KSO_WM_DIAGRAM_COLOR_TEXT_CAN_REMOVE" val="n"/>
  <p:tag name="KSO_WM_DIAGRAM_MIN_ITEMCNT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8365_1*l_h_i*1_2_1"/>
  <p:tag name="KSO_WM_TEMPLATE_CATEGORY" val="diagram"/>
  <p:tag name="KSO_WM_TEMPLATE_INDEX" val="20238365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286.8067204316268,&quot;left&quot;:41.0625,&quot;top&quot;:154.66908072906853,&quot;width&quot;:637.83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UNIT_PRESET_TEXT" val="02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COLOR_TRICK" val="1"/>
  <p:tag name="KSO_WM_UNIT_HIGHLIGHT" val="0"/>
  <p:tag name="KSO_WM_UNIT_DIAGRAM_ISNUMVISUAL" val="0"/>
  <p:tag name="KSO_WM_DIAGRAM_GROUP_CODE" val="l1-1"/>
  <p:tag name="KSO_WM_TEMPLATE_CATEGORY" val="diagram"/>
  <p:tag name="KSO_WM_UNIT_LAYERLEVEL" val="1_1_1"/>
  <p:tag name="KSO_WM_BEAUTIFY_FLAG" val="#wm#"/>
  <p:tag name="KSO_WM_DIAGRAM_MAX_ITEMCNT" val="6"/>
  <p:tag name="KSO_WM_DIAGRAM_VIRTUALLY_FRAME" val="{&quot;height&quot;:286.8067204316268,&quot;left&quot;:41.0625,&quot;top&quot;:154.66908072906853,&quot;width&quot;:637.8375}"/>
  <p:tag name="KSO_WM_UNIT_SUBTYPE" val="a"/>
  <p:tag name="KSO_WM_UNIT_NOCLEAR" val="0"/>
  <p:tag name="KSO_WM_UNIT_VALUE" val="60"/>
  <p:tag name="KSO_WM_UNIT_COMPATIBLE" val="0"/>
  <p:tag name="KSO_WM_UNIT_DIAGRAM_ISREFERUNIT" val="0"/>
  <p:tag name="KSO_WM_UNIT_TYPE" val="l_h_f"/>
  <p:tag name="KSO_WM_UNIT_INDEX" val="1_2_1"/>
  <p:tag name="KSO_WM_UNIT_ID" val="diagram20238365_1*l_h_f*1_2_1"/>
  <p:tag name="KSO_WM_TEMPLATE_INDEX" val="20238365"/>
  <p:tag name="KSO_WM_TAG_VERSION" val="3.0"/>
  <p:tag name="KSO_WM_DIAGRAM_VERSION" val="3"/>
  <p:tag name="KSO_WM_DIAGRAM_COLOR_TEXT_CAN_REMOVE" val="n"/>
  <p:tag name="KSO_WM_DIAGRAM_MIN_ITEMCNT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diagram20238365_1*l_h_i*1_4_1"/>
  <p:tag name="KSO_WM_TEMPLATE_CATEGORY" val="diagram"/>
  <p:tag name="KSO_WM_TEMPLATE_INDEX" val="20238365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286.8067204316268,&quot;left&quot;:41.0625,&quot;top&quot;:154.66908072906853,&quot;width&quot;:637.83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UNIT_PRESET_TEXT" val="04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COLOR_TRICK" val="1"/>
  <p:tag name="KSO_WM_UNIT_HIGHLIGHT" val="0"/>
  <p:tag name="KSO_WM_UNIT_DIAGRAM_ISNUMVISUAL" val="0"/>
  <p:tag name="KSO_WM_DIAGRAM_GROUP_CODE" val="l1-1"/>
  <p:tag name="KSO_WM_TEMPLATE_CATEGORY" val="diagram"/>
  <p:tag name="KSO_WM_UNIT_LAYERLEVEL" val="1_1_1"/>
  <p:tag name="KSO_WM_BEAUTIFY_FLAG" val="#wm#"/>
  <p:tag name="KSO_WM_DIAGRAM_MAX_ITEMCNT" val="6"/>
  <p:tag name="KSO_WM_DIAGRAM_VIRTUALLY_FRAME" val="{&quot;height&quot;:286.8067204316268,&quot;left&quot;:41.0625,&quot;top&quot;:154.66908072906853,&quot;width&quot;:637.8375}"/>
  <p:tag name="KSO_WM_UNIT_SUBTYPE" val="a"/>
  <p:tag name="KSO_WM_UNIT_NOCLEAR" val="0"/>
  <p:tag name="KSO_WM_UNIT_VALUE" val="60"/>
  <p:tag name="KSO_WM_UNIT_COMPATIBLE" val="0"/>
  <p:tag name="KSO_WM_UNIT_DIAGRAM_ISREFERUNIT" val="0"/>
  <p:tag name="KSO_WM_UNIT_TYPE" val="l_h_f"/>
  <p:tag name="KSO_WM_UNIT_INDEX" val="1_4_1"/>
  <p:tag name="KSO_WM_UNIT_ID" val="diagram20238365_1*l_h_f*1_4_1"/>
  <p:tag name="KSO_WM_TEMPLATE_INDEX" val="20238365"/>
  <p:tag name="KSO_WM_TAG_VERSION" val="3.0"/>
  <p:tag name="KSO_WM_DIAGRAM_VERSION" val="3"/>
  <p:tag name="KSO_WM_DIAGRAM_COLOR_TEXT_CAN_REMOVE" val="n"/>
  <p:tag name="KSO_WM_DIAGRAM_MIN_ITEMCNT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6_1"/>
  <p:tag name="KSO_WM_UNIT_ID" val="diagram20238365_1*l_h_i*1_6_1"/>
  <p:tag name="KSO_WM_TEMPLATE_CATEGORY" val="diagram"/>
  <p:tag name="KSO_WM_TEMPLATE_INDEX" val="20238365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286.8067204316268,&quot;left&quot;:41.0625,&quot;top&quot;:154.66908072906853,&quot;width&quot;:637.83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UNIT_PRESET_TEXT" val="06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COLOR_TRICK" val="1"/>
  <p:tag name="KSO_WM_UNIT_HIGHLIGHT" val="0"/>
  <p:tag name="KSO_WM_UNIT_DIAGRAM_ISNUMVISUAL" val="0"/>
  <p:tag name="KSO_WM_DIAGRAM_GROUP_CODE" val="l1-1"/>
  <p:tag name="KSO_WM_TEMPLATE_CATEGORY" val="diagram"/>
  <p:tag name="KSO_WM_UNIT_LAYERLEVEL" val="1_1_1"/>
  <p:tag name="KSO_WM_BEAUTIFY_FLAG" val="#wm#"/>
  <p:tag name="KSO_WM_DIAGRAM_MAX_ITEMCNT" val="6"/>
  <p:tag name="KSO_WM_DIAGRAM_VIRTUALLY_FRAME" val="{&quot;height&quot;:286.8067204316268,&quot;left&quot;:41.0625,&quot;top&quot;:154.66908072906853,&quot;width&quot;:637.8375}"/>
  <p:tag name="KSO_WM_UNIT_SUBTYPE" val="a"/>
  <p:tag name="KSO_WM_UNIT_NOCLEAR" val="0"/>
  <p:tag name="KSO_WM_UNIT_VALUE" val="60"/>
  <p:tag name="KSO_WM_UNIT_COMPATIBLE" val="0"/>
  <p:tag name="KSO_WM_UNIT_DIAGRAM_ISREFERUNIT" val="0"/>
  <p:tag name="KSO_WM_UNIT_TYPE" val="l_h_f"/>
  <p:tag name="KSO_WM_UNIT_INDEX" val="1_6_1"/>
  <p:tag name="KSO_WM_UNIT_ID" val="diagram20238365_1*l_h_f*1_6_1"/>
  <p:tag name="KSO_WM_TEMPLATE_INDEX" val="20238365"/>
  <p:tag name="KSO_WM_TAG_VERSION" val="3.0"/>
  <p:tag name="KSO_WM_DIAGRAM_VERSION" val="3"/>
  <p:tag name="KSO_WM_DIAGRAM_COLOR_TEXT_CAN_REMOVE" val="n"/>
  <p:tag name="KSO_WM_DIAGRAM_MIN_ITEMCNT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自定义 10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7174"/>
      </a:accent1>
      <a:accent2>
        <a:srgbClr val="3A8C42"/>
      </a:accent2>
      <a:accent3>
        <a:srgbClr val="487AB5"/>
      </a:accent3>
      <a:accent4>
        <a:srgbClr val="4D65BB"/>
      </a:accent4>
      <a:accent5>
        <a:srgbClr val="745EB4"/>
      </a:accent5>
      <a:accent6>
        <a:srgbClr val="3098B9"/>
      </a:accent6>
      <a:hlink>
        <a:srgbClr val="658BD5"/>
      </a:hlink>
      <a:folHlink>
        <a:srgbClr val="A16AA5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398</Words>
  <Application>Microsoft Office PowerPoint</Application>
  <PresentationFormat>On-screen Show (4:3)</PresentationFormat>
  <Paragraphs>61</Paragraphs>
  <Slides>11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Office Theme</vt:lpstr>
      <vt:lpstr>2_Office Theme</vt:lpstr>
      <vt:lpstr>Global Cyber Attacks Analysis using PySpark</vt:lpstr>
      <vt:lpstr>Problem Statement</vt:lpstr>
      <vt:lpstr>Objectives</vt:lpstr>
      <vt:lpstr>PowerPoint Presentation</vt:lpstr>
      <vt:lpstr>Architecture Diagram</vt:lpstr>
      <vt:lpstr>Results</vt:lpstr>
      <vt:lpstr>PowerPoint Presentation</vt:lpstr>
      <vt:lpstr>PowerPoint Presentation</vt:lpstr>
      <vt:lpstr>PowerPoint Presentation</vt:lpstr>
      <vt:lpstr>PowerPoint Presentation</vt:lpstr>
      <vt:lpstr>Conclusion &amp; Future Enhancements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Cyber Attacks Analysis using PySpark</dc:title>
  <dc:creator/>
  <dc:description>generated using python-pptx</dc:description>
  <cp:lastModifiedBy>TARA</cp:lastModifiedBy>
  <cp:revision>6</cp:revision>
  <dcterms:created xsi:type="dcterms:W3CDTF">2013-01-27T09:14:00Z</dcterms:created>
  <dcterms:modified xsi:type="dcterms:W3CDTF">2026-04-27T05:36:56Z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1033-12.1.0.25862</vt:lpwstr>
  </property>
  <property fmtid="{D5CDD505-2E9C-101B-9397-08002B2CF9AE}" pid="3" name="ICV">
    <vt:lpwstr>F7874AE41E234FD89C2C1157FC31C835_13</vt:lpwstr>
  </property>
</Properties>
</file>